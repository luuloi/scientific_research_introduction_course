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8">
  <p:sldMasterIdLst>
    <p:sldMasterId id="2147483650" r:id="rId1"/>
    <p:sldMasterId id="2147483808" r:id="rId2"/>
    <p:sldMasterId id="2147483821" r:id="rId3"/>
    <p:sldMasterId id="2147483761" r:id="rId4"/>
    <p:sldMasterId id="2147483834" r:id="rId5"/>
    <p:sldMasterId id="2147483846" r:id="rId6"/>
  </p:sldMasterIdLst>
  <p:notesMasterIdLst>
    <p:notesMasterId r:id="rId25"/>
  </p:notesMasterIdLst>
  <p:handoutMasterIdLst>
    <p:handoutMasterId r:id="rId26"/>
  </p:handoutMasterIdLst>
  <p:sldIdLst>
    <p:sldId id="1162" r:id="rId7"/>
    <p:sldId id="1163" r:id="rId8"/>
    <p:sldId id="1205" r:id="rId9"/>
    <p:sldId id="1206" r:id="rId10"/>
    <p:sldId id="1207" r:id="rId11"/>
    <p:sldId id="1213" r:id="rId12"/>
    <p:sldId id="1214" r:id="rId13"/>
    <p:sldId id="1215" r:id="rId14"/>
    <p:sldId id="1208" r:id="rId15"/>
    <p:sldId id="1219" r:id="rId16"/>
    <p:sldId id="1193" r:id="rId17"/>
    <p:sldId id="1164" r:id="rId18"/>
    <p:sldId id="1210" r:id="rId19"/>
    <p:sldId id="1211" r:id="rId20"/>
    <p:sldId id="1212" r:id="rId21"/>
    <p:sldId id="1216" r:id="rId22"/>
    <p:sldId id="1217" r:id="rId23"/>
    <p:sldId id="1218" r:id="rId24"/>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B44696-1C14-AF42-958E-7B4A98B58DCE}">
          <p14:sldIdLst>
            <p14:sldId id="1162"/>
            <p14:sldId id="1163"/>
            <p14:sldId id="1205"/>
            <p14:sldId id="1206"/>
            <p14:sldId id="1207"/>
            <p14:sldId id="1213"/>
            <p14:sldId id="1214"/>
            <p14:sldId id="1215"/>
            <p14:sldId id="1208"/>
            <p14:sldId id="1219"/>
            <p14:sldId id="1193"/>
            <p14:sldId id="1164"/>
            <p14:sldId id="1210"/>
            <p14:sldId id="1211"/>
            <p14:sldId id="1212"/>
            <p14:sldId id="1216"/>
            <p14:sldId id="1217"/>
            <p14:sldId id="1218"/>
          </p14:sldIdLst>
        </p14:section>
        <p14:section name="THANK YOU" id="{9B8030F1-CEB9-1440-8FDA-A1841CDD149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5FF3"/>
    <a:srgbClr val="745800"/>
    <a:srgbClr val="FF3300"/>
    <a:srgbClr val="FF9999"/>
    <a:srgbClr val="800000"/>
    <a:srgbClr val="BCE0E8"/>
    <a:srgbClr val="FF0000"/>
    <a:srgbClr val="FFFF66"/>
    <a:srgbClr val="CC0000"/>
    <a:srgbClr val="ED37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389CC-5150-462C-827C-F3FD1EC1A156}" v="36" dt="2026-01-05T06:19:54.0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569" autoAdjust="0"/>
    <p:restoredTop sz="95885" autoAdjust="0"/>
  </p:normalViewPr>
  <p:slideViewPr>
    <p:cSldViewPr snapToGrid="0">
      <p:cViewPr varScale="1">
        <p:scale>
          <a:sx n="68" d="100"/>
          <a:sy n="68" d="100"/>
        </p:scale>
        <p:origin x="102" y="642"/>
      </p:cViewPr>
      <p:guideLst>
        <p:guide orient="horz" pos="2160"/>
        <p:guide pos="3840"/>
      </p:guideLst>
    </p:cSldViewPr>
  </p:slideViewPr>
  <p:notesTextViewPr>
    <p:cViewPr>
      <p:scale>
        <a:sx n="3" d="2"/>
        <a:sy n="3" d="2"/>
      </p:scale>
      <p:origin x="-6" y="-18"/>
    </p:cViewPr>
  </p:notesTextViewPr>
  <p:notesViewPr>
    <p:cSldViewPr snapToGrid="0" showGuides="1">
      <p:cViewPr varScale="1">
        <p:scale>
          <a:sx n="67" d="100"/>
          <a:sy n="67" d="100"/>
        </p:scale>
        <p:origin x="3228"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o" userId="1f269d16e2b53805" providerId="LiveId" clId="{6172BC29-A48C-4390-85C7-51D4F58E7DE6}"/>
    <pc:docChg chg="undo custSel addSld delSld modSld delSection modSection">
      <pc:chgData name="Dinh Vo" userId="1f269d16e2b53805" providerId="LiveId" clId="{6172BC29-A48C-4390-85C7-51D4F58E7DE6}" dt="2026-01-05T06:19:54.054" v="144"/>
      <pc:docMkLst>
        <pc:docMk/>
      </pc:docMkLst>
      <pc:sldChg chg="delSp modSp del mod">
        <pc:chgData name="Dinh Vo" userId="1f269d16e2b53805" providerId="LiveId" clId="{6172BC29-A48C-4390-85C7-51D4F58E7DE6}" dt="2026-01-05T06:03:12.466" v="27" actId="47"/>
        <pc:sldMkLst>
          <pc:docMk/>
          <pc:sldMk cId="2760147662" sldId="333"/>
        </pc:sldMkLst>
        <pc:spChg chg="mod">
          <ac:chgData name="Dinh Vo" userId="1f269d16e2b53805" providerId="LiveId" clId="{6172BC29-A48C-4390-85C7-51D4F58E7DE6}" dt="2026-01-05T06:02:20.236" v="21" actId="20577"/>
          <ac:spMkLst>
            <pc:docMk/>
            <pc:sldMk cId="2760147662" sldId="333"/>
            <ac:spMk id="8" creationId="{00000000-0000-0000-0000-000000000000}"/>
          </ac:spMkLst>
        </pc:spChg>
        <pc:picChg chg="del">
          <ac:chgData name="Dinh Vo" userId="1f269d16e2b53805" providerId="LiveId" clId="{6172BC29-A48C-4390-85C7-51D4F58E7DE6}" dt="2026-01-05T06:02:04.946" v="2" actId="478"/>
          <ac:picMkLst>
            <pc:docMk/>
            <pc:sldMk cId="2760147662" sldId="333"/>
            <ac:picMk id="6" creationId="{00000000-0000-0000-0000-000000000000}"/>
          </ac:picMkLst>
        </pc:picChg>
      </pc:sldChg>
      <pc:sldChg chg="del">
        <pc:chgData name="Dinh Vo" userId="1f269d16e2b53805" providerId="LiveId" clId="{6172BC29-A48C-4390-85C7-51D4F58E7DE6}" dt="2026-01-05T06:01:47.845" v="0" actId="47"/>
        <pc:sldMkLst>
          <pc:docMk/>
          <pc:sldMk cId="3350742982" sldId="1002"/>
        </pc:sldMkLst>
      </pc:sldChg>
      <pc:sldChg chg="del">
        <pc:chgData name="Dinh Vo" userId="1f269d16e2b53805" providerId="LiveId" clId="{6172BC29-A48C-4390-85C7-51D4F58E7DE6}" dt="2026-01-05T06:02:02.730" v="1" actId="47"/>
        <pc:sldMkLst>
          <pc:docMk/>
          <pc:sldMk cId="2152122230" sldId="1098"/>
        </pc:sldMkLst>
      </pc:sldChg>
      <pc:sldChg chg="del">
        <pc:chgData name="Dinh Vo" userId="1f269d16e2b53805" providerId="LiveId" clId="{6172BC29-A48C-4390-85C7-51D4F58E7DE6}" dt="2026-01-05T06:02:02.730" v="1" actId="47"/>
        <pc:sldMkLst>
          <pc:docMk/>
          <pc:sldMk cId="3693321650" sldId="1099"/>
        </pc:sldMkLst>
      </pc:sldChg>
      <pc:sldChg chg="del">
        <pc:chgData name="Dinh Vo" userId="1f269d16e2b53805" providerId="LiveId" clId="{6172BC29-A48C-4390-85C7-51D4F58E7DE6}" dt="2026-01-05T06:02:02.730" v="1" actId="47"/>
        <pc:sldMkLst>
          <pc:docMk/>
          <pc:sldMk cId="1392201923" sldId="1100"/>
        </pc:sldMkLst>
      </pc:sldChg>
      <pc:sldChg chg="del">
        <pc:chgData name="Dinh Vo" userId="1f269d16e2b53805" providerId="LiveId" clId="{6172BC29-A48C-4390-85C7-51D4F58E7DE6}" dt="2026-01-05T06:02:02.730" v="1" actId="47"/>
        <pc:sldMkLst>
          <pc:docMk/>
          <pc:sldMk cId="128158510" sldId="1103"/>
        </pc:sldMkLst>
      </pc:sldChg>
      <pc:sldChg chg="del">
        <pc:chgData name="Dinh Vo" userId="1f269d16e2b53805" providerId="LiveId" clId="{6172BC29-A48C-4390-85C7-51D4F58E7DE6}" dt="2026-01-05T06:02:02.730" v="1" actId="47"/>
        <pc:sldMkLst>
          <pc:docMk/>
          <pc:sldMk cId="3624043447" sldId="1104"/>
        </pc:sldMkLst>
      </pc:sldChg>
      <pc:sldChg chg="del">
        <pc:chgData name="Dinh Vo" userId="1f269d16e2b53805" providerId="LiveId" clId="{6172BC29-A48C-4390-85C7-51D4F58E7DE6}" dt="2026-01-05T06:02:02.730" v="1" actId="47"/>
        <pc:sldMkLst>
          <pc:docMk/>
          <pc:sldMk cId="1951511394" sldId="1105"/>
        </pc:sldMkLst>
      </pc:sldChg>
      <pc:sldChg chg="del">
        <pc:chgData name="Dinh Vo" userId="1f269d16e2b53805" providerId="LiveId" clId="{6172BC29-A48C-4390-85C7-51D4F58E7DE6}" dt="2026-01-05T06:02:02.730" v="1" actId="47"/>
        <pc:sldMkLst>
          <pc:docMk/>
          <pc:sldMk cId="1099598113" sldId="1107"/>
        </pc:sldMkLst>
      </pc:sldChg>
      <pc:sldChg chg="del">
        <pc:chgData name="Dinh Vo" userId="1f269d16e2b53805" providerId="LiveId" clId="{6172BC29-A48C-4390-85C7-51D4F58E7DE6}" dt="2026-01-05T06:02:02.730" v="1" actId="47"/>
        <pc:sldMkLst>
          <pc:docMk/>
          <pc:sldMk cId="1888590418" sldId="1108"/>
        </pc:sldMkLst>
      </pc:sldChg>
      <pc:sldChg chg="del">
        <pc:chgData name="Dinh Vo" userId="1f269d16e2b53805" providerId="LiveId" clId="{6172BC29-A48C-4390-85C7-51D4F58E7DE6}" dt="2026-01-05T06:02:02.730" v="1" actId="47"/>
        <pc:sldMkLst>
          <pc:docMk/>
          <pc:sldMk cId="3796353699" sldId="1109"/>
        </pc:sldMkLst>
      </pc:sldChg>
      <pc:sldChg chg="del">
        <pc:chgData name="Dinh Vo" userId="1f269d16e2b53805" providerId="LiveId" clId="{6172BC29-A48C-4390-85C7-51D4F58E7DE6}" dt="2026-01-05T06:02:02.730" v="1" actId="47"/>
        <pc:sldMkLst>
          <pc:docMk/>
          <pc:sldMk cId="2202396565" sldId="1111"/>
        </pc:sldMkLst>
      </pc:sldChg>
      <pc:sldChg chg="del">
        <pc:chgData name="Dinh Vo" userId="1f269d16e2b53805" providerId="LiveId" clId="{6172BC29-A48C-4390-85C7-51D4F58E7DE6}" dt="2026-01-05T06:02:02.730" v="1" actId="47"/>
        <pc:sldMkLst>
          <pc:docMk/>
          <pc:sldMk cId="4196785306" sldId="1112"/>
        </pc:sldMkLst>
      </pc:sldChg>
      <pc:sldChg chg="del">
        <pc:chgData name="Dinh Vo" userId="1f269d16e2b53805" providerId="LiveId" clId="{6172BC29-A48C-4390-85C7-51D4F58E7DE6}" dt="2026-01-05T06:02:02.730" v="1" actId="47"/>
        <pc:sldMkLst>
          <pc:docMk/>
          <pc:sldMk cId="2680719634" sldId="1113"/>
        </pc:sldMkLst>
      </pc:sldChg>
      <pc:sldChg chg="del">
        <pc:chgData name="Dinh Vo" userId="1f269d16e2b53805" providerId="LiveId" clId="{6172BC29-A48C-4390-85C7-51D4F58E7DE6}" dt="2026-01-05T06:02:02.730" v="1" actId="47"/>
        <pc:sldMkLst>
          <pc:docMk/>
          <pc:sldMk cId="3546198262" sldId="1114"/>
        </pc:sldMkLst>
      </pc:sldChg>
      <pc:sldChg chg="del">
        <pc:chgData name="Dinh Vo" userId="1f269d16e2b53805" providerId="LiveId" clId="{6172BC29-A48C-4390-85C7-51D4F58E7DE6}" dt="2026-01-05T06:02:02.730" v="1" actId="47"/>
        <pc:sldMkLst>
          <pc:docMk/>
          <pc:sldMk cId="589792588" sldId="1115"/>
        </pc:sldMkLst>
      </pc:sldChg>
      <pc:sldChg chg="del">
        <pc:chgData name="Dinh Vo" userId="1f269d16e2b53805" providerId="LiveId" clId="{6172BC29-A48C-4390-85C7-51D4F58E7DE6}" dt="2026-01-05T06:02:02.730" v="1" actId="47"/>
        <pc:sldMkLst>
          <pc:docMk/>
          <pc:sldMk cId="942131235" sldId="1116"/>
        </pc:sldMkLst>
      </pc:sldChg>
      <pc:sldChg chg="del">
        <pc:chgData name="Dinh Vo" userId="1f269d16e2b53805" providerId="LiveId" clId="{6172BC29-A48C-4390-85C7-51D4F58E7DE6}" dt="2026-01-05T06:02:02.730" v="1" actId="47"/>
        <pc:sldMkLst>
          <pc:docMk/>
          <pc:sldMk cId="3163702192" sldId="1117"/>
        </pc:sldMkLst>
      </pc:sldChg>
      <pc:sldChg chg="del">
        <pc:chgData name="Dinh Vo" userId="1f269d16e2b53805" providerId="LiveId" clId="{6172BC29-A48C-4390-85C7-51D4F58E7DE6}" dt="2026-01-05T06:02:02.730" v="1" actId="47"/>
        <pc:sldMkLst>
          <pc:docMk/>
          <pc:sldMk cId="3495021075" sldId="1118"/>
        </pc:sldMkLst>
      </pc:sldChg>
      <pc:sldChg chg="del">
        <pc:chgData name="Dinh Vo" userId="1f269d16e2b53805" providerId="LiveId" clId="{6172BC29-A48C-4390-85C7-51D4F58E7DE6}" dt="2026-01-05T06:02:02.730" v="1" actId="47"/>
        <pc:sldMkLst>
          <pc:docMk/>
          <pc:sldMk cId="697548691" sldId="1119"/>
        </pc:sldMkLst>
      </pc:sldChg>
      <pc:sldChg chg="del">
        <pc:chgData name="Dinh Vo" userId="1f269d16e2b53805" providerId="LiveId" clId="{6172BC29-A48C-4390-85C7-51D4F58E7DE6}" dt="2026-01-05T06:02:02.730" v="1" actId="47"/>
        <pc:sldMkLst>
          <pc:docMk/>
          <pc:sldMk cId="1061387007" sldId="1120"/>
        </pc:sldMkLst>
      </pc:sldChg>
      <pc:sldChg chg="del">
        <pc:chgData name="Dinh Vo" userId="1f269d16e2b53805" providerId="LiveId" clId="{6172BC29-A48C-4390-85C7-51D4F58E7DE6}" dt="2026-01-05T06:02:02.730" v="1" actId="47"/>
        <pc:sldMkLst>
          <pc:docMk/>
          <pc:sldMk cId="720473419" sldId="1122"/>
        </pc:sldMkLst>
      </pc:sldChg>
      <pc:sldChg chg="del">
        <pc:chgData name="Dinh Vo" userId="1f269d16e2b53805" providerId="LiveId" clId="{6172BC29-A48C-4390-85C7-51D4F58E7DE6}" dt="2026-01-05T06:02:02.730" v="1" actId="47"/>
        <pc:sldMkLst>
          <pc:docMk/>
          <pc:sldMk cId="301926120" sldId="1124"/>
        </pc:sldMkLst>
      </pc:sldChg>
      <pc:sldChg chg="del">
        <pc:chgData name="Dinh Vo" userId="1f269d16e2b53805" providerId="LiveId" clId="{6172BC29-A48C-4390-85C7-51D4F58E7DE6}" dt="2026-01-05T06:02:02.730" v="1" actId="47"/>
        <pc:sldMkLst>
          <pc:docMk/>
          <pc:sldMk cId="1830100144" sldId="1126"/>
        </pc:sldMkLst>
      </pc:sldChg>
      <pc:sldChg chg="del">
        <pc:chgData name="Dinh Vo" userId="1f269d16e2b53805" providerId="LiveId" clId="{6172BC29-A48C-4390-85C7-51D4F58E7DE6}" dt="2026-01-05T06:02:02.730" v="1" actId="47"/>
        <pc:sldMkLst>
          <pc:docMk/>
          <pc:sldMk cId="1950378731" sldId="1127"/>
        </pc:sldMkLst>
      </pc:sldChg>
      <pc:sldChg chg="del">
        <pc:chgData name="Dinh Vo" userId="1f269d16e2b53805" providerId="LiveId" clId="{6172BC29-A48C-4390-85C7-51D4F58E7DE6}" dt="2026-01-05T06:02:02.730" v="1" actId="47"/>
        <pc:sldMkLst>
          <pc:docMk/>
          <pc:sldMk cId="4117604616" sldId="1128"/>
        </pc:sldMkLst>
      </pc:sldChg>
      <pc:sldChg chg="del">
        <pc:chgData name="Dinh Vo" userId="1f269d16e2b53805" providerId="LiveId" clId="{6172BC29-A48C-4390-85C7-51D4F58E7DE6}" dt="2026-01-05T06:02:02.730" v="1" actId="47"/>
        <pc:sldMkLst>
          <pc:docMk/>
          <pc:sldMk cId="2507473961" sldId="1129"/>
        </pc:sldMkLst>
      </pc:sldChg>
      <pc:sldChg chg="del">
        <pc:chgData name="Dinh Vo" userId="1f269d16e2b53805" providerId="LiveId" clId="{6172BC29-A48C-4390-85C7-51D4F58E7DE6}" dt="2026-01-05T06:02:02.730" v="1" actId="47"/>
        <pc:sldMkLst>
          <pc:docMk/>
          <pc:sldMk cId="2580804506" sldId="1130"/>
        </pc:sldMkLst>
      </pc:sldChg>
      <pc:sldChg chg="del">
        <pc:chgData name="Dinh Vo" userId="1f269d16e2b53805" providerId="LiveId" clId="{6172BC29-A48C-4390-85C7-51D4F58E7DE6}" dt="2026-01-05T06:02:02.730" v="1" actId="47"/>
        <pc:sldMkLst>
          <pc:docMk/>
          <pc:sldMk cId="3550206675" sldId="1132"/>
        </pc:sldMkLst>
      </pc:sldChg>
      <pc:sldChg chg="del">
        <pc:chgData name="Dinh Vo" userId="1f269d16e2b53805" providerId="LiveId" clId="{6172BC29-A48C-4390-85C7-51D4F58E7DE6}" dt="2026-01-05T06:02:02.730" v="1" actId="47"/>
        <pc:sldMkLst>
          <pc:docMk/>
          <pc:sldMk cId="2468380680" sldId="1133"/>
        </pc:sldMkLst>
      </pc:sldChg>
      <pc:sldChg chg="del">
        <pc:chgData name="Dinh Vo" userId="1f269d16e2b53805" providerId="LiveId" clId="{6172BC29-A48C-4390-85C7-51D4F58E7DE6}" dt="2026-01-05T06:02:02.730" v="1" actId="47"/>
        <pc:sldMkLst>
          <pc:docMk/>
          <pc:sldMk cId="3810769168" sldId="1134"/>
        </pc:sldMkLst>
      </pc:sldChg>
      <pc:sldChg chg="del">
        <pc:chgData name="Dinh Vo" userId="1f269d16e2b53805" providerId="LiveId" clId="{6172BC29-A48C-4390-85C7-51D4F58E7DE6}" dt="2026-01-05T06:02:02.730" v="1" actId="47"/>
        <pc:sldMkLst>
          <pc:docMk/>
          <pc:sldMk cId="3036389807" sldId="1135"/>
        </pc:sldMkLst>
      </pc:sldChg>
      <pc:sldChg chg="del">
        <pc:chgData name="Dinh Vo" userId="1f269d16e2b53805" providerId="LiveId" clId="{6172BC29-A48C-4390-85C7-51D4F58E7DE6}" dt="2026-01-05T06:02:02.730" v="1" actId="47"/>
        <pc:sldMkLst>
          <pc:docMk/>
          <pc:sldMk cId="3528187018" sldId="1136"/>
        </pc:sldMkLst>
      </pc:sldChg>
      <pc:sldChg chg="del">
        <pc:chgData name="Dinh Vo" userId="1f269d16e2b53805" providerId="LiveId" clId="{6172BC29-A48C-4390-85C7-51D4F58E7DE6}" dt="2026-01-05T06:02:02.730" v="1" actId="47"/>
        <pc:sldMkLst>
          <pc:docMk/>
          <pc:sldMk cId="778272703" sldId="1137"/>
        </pc:sldMkLst>
      </pc:sldChg>
      <pc:sldChg chg="del">
        <pc:chgData name="Dinh Vo" userId="1f269d16e2b53805" providerId="LiveId" clId="{6172BC29-A48C-4390-85C7-51D4F58E7DE6}" dt="2026-01-05T06:02:02.730" v="1" actId="47"/>
        <pc:sldMkLst>
          <pc:docMk/>
          <pc:sldMk cId="666522931" sldId="1138"/>
        </pc:sldMkLst>
      </pc:sldChg>
      <pc:sldChg chg="del">
        <pc:chgData name="Dinh Vo" userId="1f269d16e2b53805" providerId="LiveId" clId="{6172BC29-A48C-4390-85C7-51D4F58E7DE6}" dt="2026-01-05T06:02:02.730" v="1" actId="47"/>
        <pc:sldMkLst>
          <pc:docMk/>
          <pc:sldMk cId="4265927581" sldId="1139"/>
        </pc:sldMkLst>
      </pc:sldChg>
      <pc:sldChg chg="del">
        <pc:chgData name="Dinh Vo" userId="1f269d16e2b53805" providerId="LiveId" clId="{6172BC29-A48C-4390-85C7-51D4F58E7DE6}" dt="2026-01-05T06:02:02.730" v="1" actId="47"/>
        <pc:sldMkLst>
          <pc:docMk/>
          <pc:sldMk cId="2109748604" sldId="1140"/>
        </pc:sldMkLst>
      </pc:sldChg>
      <pc:sldChg chg="del">
        <pc:chgData name="Dinh Vo" userId="1f269d16e2b53805" providerId="LiveId" clId="{6172BC29-A48C-4390-85C7-51D4F58E7DE6}" dt="2026-01-05T06:02:02.730" v="1" actId="47"/>
        <pc:sldMkLst>
          <pc:docMk/>
          <pc:sldMk cId="637083422" sldId="1142"/>
        </pc:sldMkLst>
      </pc:sldChg>
      <pc:sldChg chg="del">
        <pc:chgData name="Dinh Vo" userId="1f269d16e2b53805" providerId="LiveId" clId="{6172BC29-A48C-4390-85C7-51D4F58E7DE6}" dt="2026-01-05T06:02:02.730" v="1" actId="47"/>
        <pc:sldMkLst>
          <pc:docMk/>
          <pc:sldMk cId="937073821" sldId="1143"/>
        </pc:sldMkLst>
      </pc:sldChg>
      <pc:sldChg chg="del">
        <pc:chgData name="Dinh Vo" userId="1f269d16e2b53805" providerId="LiveId" clId="{6172BC29-A48C-4390-85C7-51D4F58E7DE6}" dt="2026-01-05T06:02:02.730" v="1" actId="47"/>
        <pc:sldMkLst>
          <pc:docMk/>
          <pc:sldMk cId="3603891614" sldId="1144"/>
        </pc:sldMkLst>
      </pc:sldChg>
      <pc:sldChg chg="del">
        <pc:chgData name="Dinh Vo" userId="1f269d16e2b53805" providerId="LiveId" clId="{6172BC29-A48C-4390-85C7-51D4F58E7DE6}" dt="2026-01-05T06:02:02.730" v="1" actId="47"/>
        <pc:sldMkLst>
          <pc:docMk/>
          <pc:sldMk cId="3438337505" sldId="1145"/>
        </pc:sldMkLst>
      </pc:sldChg>
      <pc:sldChg chg="del">
        <pc:chgData name="Dinh Vo" userId="1f269d16e2b53805" providerId="LiveId" clId="{6172BC29-A48C-4390-85C7-51D4F58E7DE6}" dt="2026-01-05T06:02:02.730" v="1" actId="47"/>
        <pc:sldMkLst>
          <pc:docMk/>
          <pc:sldMk cId="3990027239" sldId="1146"/>
        </pc:sldMkLst>
      </pc:sldChg>
      <pc:sldChg chg="del">
        <pc:chgData name="Dinh Vo" userId="1f269d16e2b53805" providerId="LiveId" clId="{6172BC29-A48C-4390-85C7-51D4F58E7DE6}" dt="2026-01-05T06:02:02.730" v="1" actId="47"/>
        <pc:sldMkLst>
          <pc:docMk/>
          <pc:sldMk cId="3273306028" sldId="1147"/>
        </pc:sldMkLst>
      </pc:sldChg>
      <pc:sldChg chg="del">
        <pc:chgData name="Dinh Vo" userId="1f269d16e2b53805" providerId="LiveId" clId="{6172BC29-A48C-4390-85C7-51D4F58E7DE6}" dt="2026-01-05T06:02:02.730" v="1" actId="47"/>
        <pc:sldMkLst>
          <pc:docMk/>
          <pc:sldMk cId="1311276290" sldId="1149"/>
        </pc:sldMkLst>
      </pc:sldChg>
      <pc:sldChg chg="del">
        <pc:chgData name="Dinh Vo" userId="1f269d16e2b53805" providerId="LiveId" clId="{6172BC29-A48C-4390-85C7-51D4F58E7DE6}" dt="2026-01-05T06:02:02.730" v="1" actId="47"/>
        <pc:sldMkLst>
          <pc:docMk/>
          <pc:sldMk cId="69887165" sldId="1150"/>
        </pc:sldMkLst>
      </pc:sldChg>
      <pc:sldChg chg="del">
        <pc:chgData name="Dinh Vo" userId="1f269d16e2b53805" providerId="LiveId" clId="{6172BC29-A48C-4390-85C7-51D4F58E7DE6}" dt="2026-01-05T06:02:02.730" v="1" actId="47"/>
        <pc:sldMkLst>
          <pc:docMk/>
          <pc:sldMk cId="1881143362" sldId="1151"/>
        </pc:sldMkLst>
      </pc:sldChg>
      <pc:sldChg chg="del">
        <pc:chgData name="Dinh Vo" userId="1f269d16e2b53805" providerId="LiveId" clId="{6172BC29-A48C-4390-85C7-51D4F58E7DE6}" dt="2026-01-05T06:02:02.730" v="1" actId="47"/>
        <pc:sldMkLst>
          <pc:docMk/>
          <pc:sldMk cId="371498518" sldId="1152"/>
        </pc:sldMkLst>
      </pc:sldChg>
      <pc:sldChg chg="del">
        <pc:chgData name="Dinh Vo" userId="1f269d16e2b53805" providerId="LiveId" clId="{6172BC29-A48C-4390-85C7-51D4F58E7DE6}" dt="2026-01-05T06:02:02.730" v="1" actId="47"/>
        <pc:sldMkLst>
          <pc:docMk/>
          <pc:sldMk cId="331721340" sldId="1153"/>
        </pc:sldMkLst>
      </pc:sldChg>
      <pc:sldChg chg="del">
        <pc:chgData name="Dinh Vo" userId="1f269d16e2b53805" providerId="LiveId" clId="{6172BC29-A48C-4390-85C7-51D4F58E7DE6}" dt="2026-01-05T06:02:02.730" v="1" actId="47"/>
        <pc:sldMkLst>
          <pc:docMk/>
          <pc:sldMk cId="4218326103" sldId="1154"/>
        </pc:sldMkLst>
      </pc:sldChg>
      <pc:sldChg chg="del">
        <pc:chgData name="Dinh Vo" userId="1f269d16e2b53805" providerId="LiveId" clId="{6172BC29-A48C-4390-85C7-51D4F58E7DE6}" dt="2026-01-05T06:02:02.730" v="1" actId="47"/>
        <pc:sldMkLst>
          <pc:docMk/>
          <pc:sldMk cId="538041118" sldId="1155"/>
        </pc:sldMkLst>
      </pc:sldChg>
      <pc:sldChg chg="del">
        <pc:chgData name="Dinh Vo" userId="1f269d16e2b53805" providerId="LiveId" clId="{6172BC29-A48C-4390-85C7-51D4F58E7DE6}" dt="2026-01-05T06:02:02.730" v="1" actId="47"/>
        <pc:sldMkLst>
          <pc:docMk/>
          <pc:sldMk cId="1766754762" sldId="1156"/>
        </pc:sldMkLst>
      </pc:sldChg>
      <pc:sldChg chg="del">
        <pc:chgData name="Dinh Vo" userId="1f269d16e2b53805" providerId="LiveId" clId="{6172BC29-A48C-4390-85C7-51D4F58E7DE6}" dt="2026-01-05T06:02:02.730" v="1" actId="47"/>
        <pc:sldMkLst>
          <pc:docMk/>
          <pc:sldMk cId="1156752406" sldId="1157"/>
        </pc:sldMkLst>
      </pc:sldChg>
      <pc:sldChg chg="del">
        <pc:chgData name="Dinh Vo" userId="1f269d16e2b53805" providerId="LiveId" clId="{6172BC29-A48C-4390-85C7-51D4F58E7DE6}" dt="2026-01-05T06:02:02.730" v="1" actId="47"/>
        <pc:sldMkLst>
          <pc:docMk/>
          <pc:sldMk cId="74603018" sldId="1158"/>
        </pc:sldMkLst>
      </pc:sldChg>
      <pc:sldChg chg="del">
        <pc:chgData name="Dinh Vo" userId="1f269d16e2b53805" providerId="LiveId" clId="{6172BC29-A48C-4390-85C7-51D4F58E7DE6}" dt="2026-01-05T06:02:02.730" v="1" actId="47"/>
        <pc:sldMkLst>
          <pc:docMk/>
          <pc:sldMk cId="3718963445" sldId="1159"/>
        </pc:sldMkLst>
      </pc:sldChg>
      <pc:sldChg chg="del">
        <pc:chgData name="Dinh Vo" userId="1f269d16e2b53805" providerId="LiveId" clId="{6172BC29-A48C-4390-85C7-51D4F58E7DE6}" dt="2026-01-05T06:02:02.730" v="1" actId="47"/>
        <pc:sldMkLst>
          <pc:docMk/>
          <pc:sldMk cId="1298662894" sldId="1160"/>
        </pc:sldMkLst>
      </pc:sldChg>
      <pc:sldChg chg="del">
        <pc:chgData name="Dinh Vo" userId="1f269d16e2b53805" providerId="LiveId" clId="{6172BC29-A48C-4390-85C7-51D4F58E7DE6}" dt="2026-01-05T06:02:02.730" v="1" actId="47"/>
        <pc:sldMkLst>
          <pc:docMk/>
          <pc:sldMk cId="3183863" sldId="1161"/>
        </pc:sldMkLst>
      </pc:sldChg>
      <pc:sldChg chg="del">
        <pc:chgData name="Dinh Vo" userId="1f269d16e2b53805" providerId="LiveId" clId="{6172BC29-A48C-4390-85C7-51D4F58E7DE6}" dt="2026-01-05T06:02:02.730" v="1" actId="47"/>
        <pc:sldMkLst>
          <pc:docMk/>
          <pc:sldMk cId="1137092684" sldId="1166"/>
        </pc:sldMkLst>
      </pc:sldChg>
      <pc:sldChg chg="del">
        <pc:chgData name="Dinh Vo" userId="1f269d16e2b53805" providerId="LiveId" clId="{6172BC29-A48C-4390-85C7-51D4F58E7DE6}" dt="2026-01-05T06:02:02.730" v="1" actId="47"/>
        <pc:sldMkLst>
          <pc:docMk/>
          <pc:sldMk cId="3028350445" sldId="1168"/>
        </pc:sldMkLst>
      </pc:sldChg>
      <pc:sldChg chg="del">
        <pc:chgData name="Dinh Vo" userId="1f269d16e2b53805" providerId="LiveId" clId="{6172BC29-A48C-4390-85C7-51D4F58E7DE6}" dt="2026-01-05T06:02:02.730" v="1" actId="47"/>
        <pc:sldMkLst>
          <pc:docMk/>
          <pc:sldMk cId="1639535987" sldId="1174"/>
        </pc:sldMkLst>
      </pc:sldChg>
      <pc:sldChg chg="del">
        <pc:chgData name="Dinh Vo" userId="1f269d16e2b53805" providerId="LiveId" clId="{6172BC29-A48C-4390-85C7-51D4F58E7DE6}" dt="2026-01-05T06:02:02.730" v="1" actId="47"/>
        <pc:sldMkLst>
          <pc:docMk/>
          <pc:sldMk cId="1079383329" sldId="1176"/>
        </pc:sldMkLst>
      </pc:sldChg>
      <pc:sldChg chg="del">
        <pc:chgData name="Dinh Vo" userId="1f269d16e2b53805" providerId="LiveId" clId="{6172BC29-A48C-4390-85C7-51D4F58E7DE6}" dt="2026-01-05T06:02:02.730" v="1" actId="47"/>
        <pc:sldMkLst>
          <pc:docMk/>
          <pc:sldMk cId="3806795604" sldId="1177"/>
        </pc:sldMkLst>
      </pc:sldChg>
      <pc:sldChg chg="del">
        <pc:chgData name="Dinh Vo" userId="1f269d16e2b53805" providerId="LiveId" clId="{6172BC29-A48C-4390-85C7-51D4F58E7DE6}" dt="2026-01-05T06:02:02.730" v="1" actId="47"/>
        <pc:sldMkLst>
          <pc:docMk/>
          <pc:sldMk cId="2908100648" sldId="1178"/>
        </pc:sldMkLst>
      </pc:sldChg>
      <pc:sldChg chg="del">
        <pc:chgData name="Dinh Vo" userId="1f269d16e2b53805" providerId="LiveId" clId="{6172BC29-A48C-4390-85C7-51D4F58E7DE6}" dt="2026-01-05T06:02:02.730" v="1" actId="47"/>
        <pc:sldMkLst>
          <pc:docMk/>
          <pc:sldMk cId="3771807844" sldId="1181"/>
        </pc:sldMkLst>
      </pc:sldChg>
      <pc:sldChg chg="del">
        <pc:chgData name="Dinh Vo" userId="1f269d16e2b53805" providerId="LiveId" clId="{6172BC29-A48C-4390-85C7-51D4F58E7DE6}" dt="2026-01-05T06:02:02.730" v="1" actId="47"/>
        <pc:sldMkLst>
          <pc:docMk/>
          <pc:sldMk cId="717136765" sldId="1182"/>
        </pc:sldMkLst>
      </pc:sldChg>
      <pc:sldChg chg="del">
        <pc:chgData name="Dinh Vo" userId="1f269d16e2b53805" providerId="LiveId" clId="{6172BC29-A48C-4390-85C7-51D4F58E7DE6}" dt="2026-01-05T06:02:02.730" v="1" actId="47"/>
        <pc:sldMkLst>
          <pc:docMk/>
          <pc:sldMk cId="821151303" sldId="1183"/>
        </pc:sldMkLst>
      </pc:sldChg>
      <pc:sldChg chg="del">
        <pc:chgData name="Dinh Vo" userId="1f269d16e2b53805" providerId="LiveId" clId="{6172BC29-A48C-4390-85C7-51D4F58E7DE6}" dt="2026-01-05T06:02:02.730" v="1" actId="47"/>
        <pc:sldMkLst>
          <pc:docMk/>
          <pc:sldMk cId="4180269608" sldId="1184"/>
        </pc:sldMkLst>
      </pc:sldChg>
      <pc:sldChg chg="del">
        <pc:chgData name="Dinh Vo" userId="1f269d16e2b53805" providerId="LiveId" clId="{6172BC29-A48C-4390-85C7-51D4F58E7DE6}" dt="2026-01-05T06:02:02.730" v="1" actId="47"/>
        <pc:sldMkLst>
          <pc:docMk/>
          <pc:sldMk cId="531722478" sldId="1185"/>
        </pc:sldMkLst>
      </pc:sldChg>
      <pc:sldChg chg="del">
        <pc:chgData name="Dinh Vo" userId="1f269d16e2b53805" providerId="LiveId" clId="{6172BC29-A48C-4390-85C7-51D4F58E7DE6}" dt="2026-01-05T06:02:02.730" v="1" actId="47"/>
        <pc:sldMkLst>
          <pc:docMk/>
          <pc:sldMk cId="932148116" sldId="1186"/>
        </pc:sldMkLst>
      </pc:sldChg>
      <pc:sldChg chg="del">
        <pc:chgData name="Dinh Vo" userId="1f269d16e2b53805" providerId="LiveId" clId="{6172BC29-A48C-4390-85C7-51D4F58E7DE6}" dt="2026-01-05T06:02:02.730" v="1" actId="47"/>
        <pc:sldMkLst>
          <pc:docMk/>
          <pc:sldMk cId="3648434689" sldId="1187"/>
        </pc:sldMkLst>
      </pc:sldChg>
      <pc:sldChg chg="del">
        <pc:chgData name="Dinh Vo" userId="1f269d16e2b53805" providerId="LiveId" clId="{6172BC29-A48C-4390-85C7-51D4F58E7DE6}" dt="2026-01-05T06:02:02.730" v="1" actId="47"/>
        <pc:sldMkLst>
          <pc:docMk/>
          <pc:sldMk cId="3179952909" sldId="1188"/>
        </pc:sldMkLst>
      </pc:sldChg>
      <pc:sldChg chg="del">
        <pc:chgData name="Dinh Vo" userId="1f269d16e2b53805" providerId="LiveId" clId="{6172BC29-A48C-4390-85C7-51D4F58E7DE6}" dt="2026-01-05T06:02:02.730" v="1" actId="47"/>
        <pc:sldMkLst>
          <pc:docMk/>
          <pc:sldMk cId="3403053471" sldId="1189"/>
        </pc:sldMkLst>
      </pc:sldChg>
      <pc:sldChg chg="del">
        <pc:chgData name="Dinh Vo" userId="1f269d16e2b53805" providerId="LiveId" clId="{6172BC29-A48C-4390-85C7-51D4F58E7DE6}" dt="2026-01-05T06:02:02.730" v="1" actId="47"/>
        <pc:sldMkLst>
          <pc:docMk/>
          <pc:sldMk cId="4084498566" sldId="1191"/>
        </pc:sldMkLst>
      </pc:sldChg>
      <pc:sldChg chg="del">
        <pc:chgData name="Dinh Vo" userId="1f269d16e2b53805" providerId="LiveId" clId="{6172BC29-A48C-4390-85C7-51D4F58E7DE6}" dt="2026-01-05T06:02:02.730" v="1" actId="47"/>
        <pc:sldMkLst>
          <pc:docMk/>
          <pc:sldMk cId="441555702" sldId="1192"/>
        </pc:sldMkLst>
      </pc:sldChg>
      <pc:sldChg chg="del">
        <pc:chgData name="Dinh Vo" userId="1f269d16e2b53805" providerId="LiveId" clId="{6172BC29-A48C-4390-85C7-51D4F58E7DE6}" dt="2026-01-05T06:02:02.730" v="1" actId="47"/>
        <pc:sldMkLst>
          <pc:docMk/>
          <pc:sldMk cId="73144741" sldId="1194"/>
        </pc:sldMkLst>
      </pc:sldChg>
      <pc:sldChg chg="del">
        <pc:chgData name="Dinh Vo" userId="1f269d16e2b53805" providerId="LiveId" clId="{6172BC29-A48C-4390-85C7-51D4F58E7DE6}" dt="2026-01-05T06:02:02.730" v="1" actId="47"/>
        <pc:sldMkLst>
          <pc:docMk/>
          <pc:sldMk cId="3078829452" sldId="1195"/>
        </pc:sldMkLst>
      </pc:sldChg>
      <pc:sldChg chg="del">
        <pc:chgData name="Dinh Vo" userId="1f269d16e2b53805" providerId="LiveId" clId="{6172BC29-A48C-4390-85C7-51D4F58E7DE6}" dt="2026-01-05T06:02:02.730" v="1" actId="47"/>
        <pc:sldMkLst>
          <pc:docMk/>
          <pc:sldMk cId="4107137636" sldId="1196"/>
        </pc:sldMkLst>
      </pc:sldChg>
      <pc:sldChg chg="del">
        <pc:chgData name="Dinh Vo" userId="1f269d16e2b53805" providerId="LiveId" clId="{6172BC29-A48C-4390-85C7-51D4F58E7DE6}" dt="2026-01-05T06:02:02.730" v="1" actId="47"/>
        <pc:sldMkLst>
          <pc:docMk/>
          <pc:sldMk cId="4093777508" sldId="1197"/>
        </pc:sldMkLst>
      </pc:sldChg>
      <pc:sldChg chg="del">
        <pc:chgData name="Dinh Vo" userId="1f269d16e2b53805" providerId="LiveId" clId="{6172BC29-A48C-4390-85C7-51D4F58E7DE6}" dt="2026-01-05T06:02:02.730" v="1" actId="47"/>
        <pc:sldMkLst>
          <pc:docMk/>
          <pc:sldMk cId="2255502924" sldId="1198"/>
        </pc:sldMkLst>
      </pc:sldChg>
      <pc:sldChg chg="del">
        <pc:chgData name="Dinh Vo" userId="1f269d16e2b53805" providerId="LiveId" clId="{6172BC29-A48C-4390-85C7-51D4F58E7DE6}" dt="2026-01-05T06:02:02.730" v="1" actId="47"/>
        <pc:sldMkLst>
          <pc:docMk/>
          <pc:sldMk cId="1350241409" sldId="1199"/>
        </pc:sldMkLst>
      </pc:sldChg>
      <pc:sldChg chg="del">
        <pc:chgData name="Dinh Vo" userId="1f269d16e2b53805" providerId="LiveId" clId="{6172BC29-A48C-4390-85C7-51D4F58E7DE6}" dt="2026-01-05T06:02:02.730" v="1" actId="47"/>
        <pc:sldMkLst>
          <pc:docMk/>
          <pc:sldMk cId="2229973800" sldId="1200"/>
        </pc:sldMkLst>
      </pc:sldChg>
      <pc:sldChg chg="del">
        <pc:chgData name="Dinh Vo" userId="1f269d16e2b53805" providerId="LiveId" clId="{6172BC29-A48C-4390-85C7-51D4F58E7DE6}" dt="2026-01-05T06:02:02.730" v="1" actId="47"/>
        <pc:sldMkLst>
          <pc:docMk/>
          <pc:sldMk cId="4280810191" sldId="1201"/>
        </pc:sldMkLst>
      </pc:sldChg>
      <pc:sldChg chg="del">
        <pc:chgData name="Dinh Vo" userId="1f269d16e2b53805" providerId="LiveId" clId="{6172BC29-A48C-4390-85C7-51D4F58E7DE6}" dt="2026-01-05T06:02:02.730" v="1" actId="47"/>
        <pc:sldMkLst>
          <pc:docMk/>
          <pc:sldMk cId="515251178" sldId="1202"/>
        </pc:sldMkLst>
      </pc:sldChg>
      <pc:sldChg chg="del">
        <pc:chgData name="Dinh Vo" userId="1f269d16e2b53805" providerId="LiveId" clId="{6172BC29-A48C-4390-85C7-51D4F58E7DE6}" dt="2026-01-05T06:02:02.730" v="1" actId="47"/>
        <pc:sldMkLst>
          <pc:docMk/>
          <pc:sldMk cId="1004414505" sldId="1203"/>
        </pc:sldMkLst>
      </pc:sldChg>
      <pc:sldChg chg="del">
        <pc:chgData name="Dinh Vo" userId="1f269d16e2b53805" providerId="LiveId" clId="{6172BC29-A48C-4390-85C7-51D4F58E7DE6}" dt="2026-01-05T06:02:02.730" v="1" actId="47"/>
        <pc:sldMkLst>
          <pc:docMk/>
          <pc:sldMk cId="1390006164" sldId="1204"/>
        </pc:sldMkLst>
      </pc:sldChg>
      <pc:sldChg chg="addSp modSp mod">
        <pc:chgData name="Dinh Vo" userId="1f269d16e2b53805" providerId="LiveId" clId="{6172BC29-A48C-4390-85C7-51D4F58E7DE6}" dt="2026-01-05T06:10:46.594" v="96" actId="1076"/>
        <pc:sldMkLst>
          <pc:docMk/>
          <pc:sldMk cId="3231481640" sldId="1208"/>
        </pc:sldMkLst>
        <pc:spChg chg="mod">
          <ac:chgData name="Dinh Vo" userId="1f269d16e2b53805" providerId="LiveId" clId="{6172BC29-A48C-4390-85C7-51D4F58E7DE6}" dt="2026-01-05T06:04:40.654" v="37" actId="1076"/>
          <ac:spMkLst>
            <pc:docMk/>
            <pc:sldMk cId="3231481640" sldId="1208"/>
            <ac:spMk id="12" creationId="{55864C69-A5BA-3E42-1E57-037C9DA0F003}"/>
          </ac:spMkLst>
        </pc:spChg>
        <pc:spChg chg="mod">
          <ac:chgData name="Dinh Vo" userId="1f269d16e2b53805" providerId="LiveId" clId="{6172BC29-A48C-4390-85C7-51D4F58E7DE6}" dt="2026-01-05T06:04:55.485" v="42" actId="1076"/>
          <ac:spMkLst>
            <pc:docMk/>
            <pc:sldMk cId="3231481640" sldId="1208"/>
            <ac:spMk id="13" creationId="{3CA03E8B-4B8C-EB1F-6CEA-071CC484BAA6}"/>
          </ac:spMkLst>
        </pc:spChg>
        <pc:spChg chg="add">
          <ac:chgData name="Dinh Vo" userId="1f269d16e2b53805" providerId="LiveId" clId="{6172BC29-A48C-4390-85C7-51D4F58E7DE6}" dt="2026-01-05T06:05:22.016" v="43"/>
          <ac:spMkLst>
            <pc:docMk/>
            <pc:sldMk cId="3231481640" sldId="1208"/>
            <ac:spMk id="18" creationId="{55A16C8B-41ED-9005-8FB0-B67C788238BB}"/>
          </ac:spMkLst>
        </pc:spChg>
        <pc:spChg chg="add mod">
          <ac:chgData name="Dinh Vo" userId="1f269d16e2b53805" providerId="LiveId" clId="{6172BC29-A48C-4390-85C7-51D4F58E7DE6}" dt="2026-01-05T06:05:58.925" v="75" actId="1076"/>
          <ac:spMkLst>
            <pc:docMk/>
            <pc:sldMk cId="3231481640" sldId="1208"/>
            <ac:spMk id="20" creationId="{23432DC1-3CF9-C95C-1981-BDC10968BD09}"/>
          </ac:spMkLst>
        </pc:spChg>
        <pc:spChg chg="add mod">
          <ac:chgData name="Dinh Vo" userId="1f269d16e2b53805" providerId="LiveId" clId="{6172BC29-A48C-4390-85C7-51D4F58E7DE6}" dt="2026-01-05T06:10:46.594" v="96" actId="1076"/>
          <ac:spMkLst>
            <pc:docMk/>
            <pc:sldMk cId="3231481640" sldId="1208"/>
            <ac:spMk id="22" creationId="{487B73A7-9FBD-2D97-1AB4-E4A2458523C1}"/>
          </ac:spMkLst>
        </pc:spChg>
        <pc:picChg chg="add mod">
          <ac:chgData name="Dinh Vo" userId="1f269d16e2b53805" providerId="LiveId" clId="{6172BC29-A48C-4390-85C7-51D4F58E7DE6}" dt="2026-01-05T06:05:37.777" v="50" actId="1076"/>
          <ac:picMkLst>
            <pc:docMk/>
            <pc:sldMk cId="3231481640" sldId="1208"/>
            <ac:picMk id="19" creationId="{D1FE03C0-9FA4-7594-6A68-C493B7C8995C}"/>
          </ac:picMkLst>
        </pc:picChg>
        <pc:picChg chg="add">
          <ac:chgData name="Dinh Vo" userId="1f269d16e2b53805" providerId="LiveId" clId="{6172BC29-A48C-4390-85C7-51D4F58E7DE6}" dt="2026-01-05T06:06:19.931" v="77"/>
          <ac:picMkLst>
            <pc:docMk/>
            <pc:sldMk cId="3231481640" sldId="1208"/>
            <ac:picMk id="21" creationId="{DB41AB11-0A44-4429-EE37-463485BBAFC3}"/>
          </ac:picMkLst>
        </pc:picChg>
        <pc:picChg chg="mod">
          <ac:chgData name="Dinh Vo" userId="1f269d16e2b53805" providerId="LiveId" clId="{6172BC29-A48C-4390-85C7-51D4F58E7DE6}" dt="2026-01-05T06:04:32.847" v="34" actId="1076"/>
          <ac:picMkLst>
            <pc:docMk/>
            <pc:sldMk cId="3231481640" sldId="1208"/>
            <ac:picMk id="1026" creationId="{EA1149B9-B455-C88E-EDB6-7C9E5340F9F0}"/>
          </ac:picMkLst>
        </pc:picChg>
        <pc:picChg chg="mod">
          <ac:chgData name="Dinh Vo" userId="1f269d16e2b53805" providerId="LiveId" clId="{6172BC29-A48C-4390-85C7-51D4F58E7DE6}" dt="2026-01-05T06:04:40.654" v="37" actId="1076"/>
          <ac:picMkLst>
            <pc:docMk/>
            <pc:sldMk cId="3231481640" sldId="1208"/>
            <ac:picMk id="1028" creationId="{6E22A235-FA5C-2CA3-60C4-880E9E4BD06C}"/>
          </ac:picMkLst>
        </pc:picChg>
        <pc:picChg chg="mod">
          <ac:chgData name="Dinh Vo" userId="1f269d16e2b53805" providerId="LiveId" clId="{6172BC29-A48C-4390-85C7-51D4F58E7DE6}" dt="2026-01-05T06:04:44.454" v="39" actId="1076"/>
          <ac:picMkLst>
            <pc:docMk/>
            <pc:sldMk cId="3231481640" sldId="1208"/>
            <ac:picMk id="1030" creationId="{463DB48D-FD65-0FF0-D3E2-E1F41593452C}"/>
          </ac:picMkLst>
        </pc:picChg>
        <pc:picChg chg="mod">
          <ac:chgData name="Dinh Vo" userId="1f269d16e2b53805" providerId="LiveId" clId="{6172BC29-A48C-4390-85C7-51D4F58E7DE6}" dt="2026-01-05T06:04:51.660" v="41" actId="1076"/>
          <ac:picMkLst>
            <pc:docMk/>
            <pc:sldMk cId="3231481640" sldId="1208"/>
            <ac:picMk id="1032" creationId="{04DBFE6E-2BA1-AB36-EF8A-1FF4A2E75954}"/>
          </ac:picMkLst>
        </pc:picChg>
        <pc:picChg chg="add">
          <ac:chgData name="Dinh Vo" userId="1f269d16e2b53805" providerId="LiveId" clId="{6172BC29-A48C-4390-85C7-51D4F58E7DE6}" dt="2026-01-05T06:06:16.505" v="76"/>
          <ac:picMkLst>
            <pc:docMk/>
            <pc:sldMk cId="3231481640" sldId="1208"/>
            <ac:picMk id="1042" creationId="{51B163F2-7237-0B96-396C-1B353106C52C}"/>
          </ac:picMkLst>
        </pc:picChg>
        <pc:picChg chg="add mod">
          <ac:chgData name="Dinh Vo" userId="1f269d16e2b53805" providerId="LiveId" clId="{6172BC29-A48C-4390-85C7-51D4F58E7DE6}" dt="2026-01-05T06:10:42.588" v="95" actId="1076"/>
          <ac:picMkLst>
            <pc:docMk/>
            <pc:sldMk cId="3231481640" sldId="1208"/>
            <ac:picMk id="1044" creationId="{6D977808-FBE1-E07D-31CA-AD2C6949711A}"/>
          </ac:picMkLst>
        </pc:picChg>
      </pc:sldChg>
      <pc:sldChg chg="addSp delSp modSp new mod">
        <pc:chgData name="Dinh Vo" userId="1f269d16e2b53805" providerId="LiveId" clId="{6172BC29-A48C-4390-85C7-51D4F58E7DE6}" dt="2026-01-05T06:03:26.577" v="32" actId="20577"/>
        <pc:sldMkLst>
          <pc:docMk/>
          <pc:sldMk cId="342750469" sldId="1218"/>
        </pc:sldMkLst>
        <pc:spChg chg="del">
          <ac:chgData name="Dinh Vo" userId="1f269d16e2b53805" providerId="LiveId" clId="{6172BC29-A48C-4390-85C7-51D4F58E7DE6}" dt="2026-01-05T06:03:06.399" v="25" actId="478"/>
          <ac:spMkLst>
            <pc:docMk/>
            <pc:sldMk cId="342750469" sldId="1218"/>
            <ac:spMk id="2" creationId="{C7454DC0-BE8B-F2DE-3AC6-53EF0C6034D0}"/>
          </ac:spMkLst>
        </pc:spChg>
        <pc:spChg chg="del">
          <ac:chgData name="Dinh Vo" userId="1f269d16e2b53805" providerId="LiveId" clId="{6172BC29-A48C-4390-85C7-51D4F58E7DE6}" dt="2026-01-05T06:03:06.399" v="25" actId="478"/>
          <ac:spMkLst>
            <pc:docMk/>
            <pc:sldMk cId="342750469" sldId="1218"/>
            <ac:spMk id="3" creationId="{BC89D7BB-095E-8E93-9473-82818A24B904}"/>
          </ac:spMkLst>
        </pc:spChg>
        <pc:spChg chg="add mod">
          <ac:chgData name="Dinh Vo" userId="1f269d16e2b53805" providerId="LiveId" clId="{6172BC29-A48C-4390-85C7-51D4F58E7DE6}" dt="2026-01-05T06:03:26.577" v="32" actId="20577"/>
          <ac:spMkLst>
            <pc:docMk/>
            <pc:sldMk cId="342750469" sldId="1218"/>
            <ac:spMk id="4" creationId="{13593C55-C3BB-8E59-797A-89A6767C65DB}"/>
          </ac:spMkLst>
        </pc:spChg>
      </pc:sldChg>
      <pc:sldChg chg="addSp modSp add mod">
        <pc:chgData name="Dinh Vo" userId="1f269d16e2b53805" providerId="LiveId" clId="{6172BC29-A48C-4390-85C7-51D4F58E7DE6}" dt="2026-01-05T06:19:54.054" v="144"/>
        <pc:sldMkLst>
          <pc:docMk/>
          <pc:sldMk cId="3907408216" sldId="1219"/>
        </pc:sldMkLst>
        <pc:spChg chg="add mod">
          <ac:chgData name="Dinh Vo" userId="1f269d16e2b53805" providerId="LiveId" clId="{6172BC29-A48C-4390-85C7-51D4F58E7DE6}" dt="2026-01-05T06:19:54.054" v="144"/>
          <ac:spMkLst>
            <pc:docMk/>
            <pc:sldMk cId="3907408216" sldId="1219"/>
            <ac:spMk id="2" creationId="{23AFC919-A69D-6343-6101-5D97CDEA55D9}"/>
          </ac:spMkLst>
        </pc:spChg>
        <pc:picChg chg="add mod">
          <ac:chgData name="Dinh Vo" userId="1f269d16e2b53805" providerId="LiveId" clId="{6172BC29-A48C-4390-85C7-51D4F58E7DE6}" dt="2026-01-05T06:19:33.158" v="143" actId="1076"/>
          <ac:picMkLst>
            <pc:docMk/>
            <pc:sldMk cId="3907408216" sldId="1219"/>
            <ac:picMk id="4098" creationId="{9B176594-AD9B-02D1-F474-D331CDFF6B0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C60BE3-6159-546C-BC88-471758FF71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C69D912-4219-A2CE-BCFE-C7B64C9DD4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3C80A7-3F35-41B6-A2AD-8D246010E24E}" type="datetimeFigureOut">
              <a:rPr lang="en-US" smtClean="0"/>
              <a:t>01/05/2026</a:t>
            </a:fld>
            <a:endParaRPr lang="en-US"/>
          </a:p>
        </p:txBody>
      </p:sp>
      <p:sp>
        <p:nvSpPr>
          <p:cNvPr id="4" name="Footer Placeholder 3">
            <a:extLst>
              <a:ext uri="{FF2B5EF4-FFF2-40B4-BE49-F238E27FC236}">
                <a16:creationId xmlns:a16="http://schemas.microsoft.com/office/drawing/2014/main" id="{03F3A2A8-0316-4CF3-1C32-DCF364C517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879EB85-B002-2176-4973-20E22CA30D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739294-8BEE-4FB5-9691-023EC41D99EA}" type="slidenum">
              <a:rPr lang="en-US" smtClean="0"/>
              <a:t>‹#›</a:t>
            </a:fld>
            <a:endParaRPr lang="en-US"/>
          </a:p>
        </p:txBody>
      </p:sp>
    </p:spTree>
    <p:extLst>
      <p:ext uri="{BB962C8B-B14F-4D97-AF65-F5344CB8AC3E}">
        <p14:creationId xmlns:p14="http://schemas.microsoft.com/office/powerpoint/2010/main" val="3971131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30DB4A-D8B6-444A-97FC-B379347A49B4}" type="datetimeFigureOut">
              <a:rPr lang="en-US" smtClean="0"/>
              <a:t>01/05/2026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100DC-7169-4755-83CA-EBF300ECEEC8}" type="slidenum">
              <a:rPr lang="en-US" smtClean="0"/>
              <a:t>‹#›</a:t>
            </a:fld>
            <a:endParaRPr lang="en-US"/>
          </a:p>
        </p:txBody>
      </p:sp>
    </p:spTree>
    <p:extLst>
      <p:ext uri="{BB962C8B-B14F-4D97-AF65-F5344CB8AC3E}">
        <p14:creationId xmlns:p14="http://schemas.microsoft.com/office/powerpoint/2010/main" val="23335765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4711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050410-72A1-3571-8070-83F8EE00A716}"/>
              </a:ext>
            </a:extLst>
          </p:cNvPr>
          <p:cNvSpPr>
            <a:spLocks noGrp="1"/>
          </p:cNvSpPr>
          <p:nvPr>
            <p:ph type="dt" sz="half" idx="10"/>
          </p:nvPr>
        </p:nvSpPr>
        <p:spPr/>
        <p:txBody>
          <a:bodyPr/>
          <a:lstStyle/>
          <a:p>
            <a:fld id="{D8F8CDEF-4AF9-2446-86D1-E53148C55E79}" type="datetime1">
              <a:rPr lang="en-US" smtClean="0"/>
              <a:t>01/05/2026</a:t>
            </a:fld>
            <a:endParaRPr lang="en-VN"/>
          </a:p>
        </p:txBody>
      </p:sp>
      <p:sp>
        <p:nvSpPr>
          <p:cNvPr id="3" name="Footer Placeholder 2">
            <a:extLst>
              <a:ext uri="{FF2B5EF4-FFF2-40B4-BE49-F238E27FC236}">
                <a16:creationId xmlns:a16="http://schemas.microsoft.com/office/drawing/2014/main" id="{AF4EA995-8385-689B-BF0A-D9B0A470E15B}"/>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13AED5FC-D252-FA74-EF9B-195AE0B06E27}"/>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2335393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pic>
        <p:nvPicPr>
          <p:cNvPr id="17" name="Picture 16">
            <a:extLst>
              <a:ext uri="{FF2B5EF4-FFF2-40B4-BE49-F238E27FC236}">
                <a16:creationId xmlns:a16="http://schemas.microsoft.com/office/drawing/2014/main" id="{05340754-ED39-4028-BB31-DF0172766A7A}"/>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ackgroundRemoval t="10000" b="94907" l="938" r="99896">
                        <a14:foregroundMark x1="2083" y1="92593" x2="6458" y2="91481"/>
                        <a14:foregroundMark x1="4063" y1="91481" x2="10729" y2="91481"/>
                        <a14:foregroundMark x1="7813" y1="89444" x2="9167" y2="89630"/>
                        <a14:foregroundMark x1="8333" y1="88333" x2="8750" y2="87963"/>
                        <a14:foregroundMark x1="7917" y1="88148" x2="9792" y2="88148"/>
                        <a14:foregroundMark x1="8333" y1="87593" x2="9167" y2="87593"/>
                        <a14:foregroundMark x1="8542" y1="87037" x2="9063" y2="87037"/>
                        <a14:foregroundMark x1="4792" y1="93519" x2="5729" y2="93704"/>
                        <a14:foregroundMark x1="4688" y1="93519" x2="5625" y2="93704"/>
                        <a14:foregroundMark x1="3958" y1="90926" x2="5208" y2="90926"/>
                        <a14:foregroundMark x1="94583" y1="92407" x2="98021" y2="91852"/>
                        <a14:foregroundMark x1="94479" y1="91667" x2="99896" y2="91481"/>
                        <a14:foregroundMark x1="9688" y1="91481" x2="97083" y2="88889"/>
                        <a14:foregroundMark x1="9688" y1="92407" x2="99896" y2="92778"/>
                        <a14:foregroundMark x1="5052" y1="91296" x2="938" y2="91019"/>
                        <a14:foregroundMark x1="1510" y1="92870" x2="1510" y2="92870"/>
                        <a14:foregroundMark x1="10729" y1="94907" x2="10729" y2="94907"/>
                        <a14:foregroundMark x1="8542" y1="94074" x2="8542" y2="94074"/>
                        <a14:foregroundMark x1="12240" y1="93611" x2="12240" y2="93611"/>
                        <a14:foregroundMark x1="4115" y1="90463" x2="4115" y2="90463"/>
                        <a14:foregroundMark x1="4115" y1="89907" x2="4115" y2="89907"/>
                      </a14:backgroundRemoval>
                    </a14:imgEffect>
                  </a14:imgLayer>
                </a14:imgProps>
              </a:ext>
            </a:extLst>
          </a:blip>
          <a:srcRect l="1194" b="3787"/>
          <a:stretch/>
        </p:blipFill>
        <p:spPr>
          <a:xfrm>
            <a:off x="62344" y="259773"/>
            <a:ext cx="12046527" cy="6598227"/>
          </a:xfrm>
          <a:prstGeom prst="rect">
            <a:avLst/>
          </a:prstGeom>
        </p:spPr>
      </p:pic>
    </p:spTree>
    <p:extLst>
      <p:ext uri="{BB962C8B-B14F-4D97-AF65-F5344CB8AC3E}">
        <p14:creationId xmlns:p14="http://schemas.microsoft.com/office/powerpoint/2010/main" val="1045738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C3C098E-2185-354D-A589-B06C246C4D20}" type="datetime1">
              <a:rPr lang="en-US" smtClean="0"/>
              <a:t>01/05/2026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4050885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2E319FE-2167-F640-9D08-A3EF58155330}" type="datetime1">
              <a:rPr lang="en-US" smtClean="0"/>
              <a:t>01/05/2026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208712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607F05-DE85-494B-AD81-54E5964EE1B0}" type="datetime1">
              <a:rPr lang="en-US" smtClean="0"/>
              <a:t>01/05/2026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612197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DA6AA1-D569-3543-B5B3-409A68F0F563}" type="datetime1">
              <a:rPr lang="en-US" smtClean="0"/>
              <a:t>01/05/2026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1483520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8B1B2F-B776-F04B-A82A-7B1D1DEBB761}" type="datetime1">
              <a:rPr lang="en-US" smtClean="0"/>
              <a:t>01/05/2026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4217311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2A5E438-ECAB-EE41-A533-3F2F94AF2857}" type="datetime1">
              <a:rPr lang="en-US" smtClean="0"/>
              <a:t>01/05/2026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4038867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C61311-14B9-854E-8E23-C1ED27140AD0}" type="datetime1">
              <a:rPr lang="en-US" smtClean="0"/>
              <a:t>01/05/2026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40016462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7E76E8-EE40-1247-86D3-AEEB1BB912DA}" type="datetime1">
              <a:rPr lang="en-US" smtClean="0"/>
              <a:t>01/05/2026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1074464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FE02BE-1FDB-1A4D-9EC1-942F1723C0FB}" type="datetime1">
              <a:rPr lang="en-US" smtClean="0"/>
              <a:t>01/05/2026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1264984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68CD7-9B7D-C84B-929B-9A52E2C36C46}" type="datetime1">
              <a:rPr lang="en-US" smtClean="0"/>
              <a:t>01/05/2026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30708666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E2C873-1BCC-6C48-9EDF-DFF22A48B690}" type="datetime1">
              <a:rPr lang="en-US" smtClean="0"/>
              <a:t>01/05/2026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20AD98-A807-4F86-8EE0-F42DFFFD8533}" type="slidenum">
              <a:rPr lang="en-US" smtClean="0"/>
              <a:t>‹#›</a:t>
            </a:fld>
            <a:endParaRPr lang="en-US"/>
          </a:p>
        </p:txBody>
      </p:sp>
    </p:spTree>
    <p:extLst>
      <p:ext uri="{BB962C8B-B14F-4D97-AF65-F5344CB8AC3E}">
        <p14:creationId xmlns:p14="http://schemas.microsoft.com/office/powerpoint/2010/main" val="332753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9A23A-318F-D6D2-861E-BA802DD7C2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E3A3B755-185F-0265-6A04-B8E0AA4D69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8AFF83F2-FBB9-E71D-89DF-BCA036D0F716}"/>
              </a:ext>
            </a:extLst>
          </p:cNvPr>
          <p:cNvSpPr>
            <a:spLocks noGrp="1"/>
          </p:cNvSpPr>
          <p:nvPr>
            <p:ph type="dt" sz="half" idx="10"/>
          </p:nvPr>
        </p:nvSpPr>
        <p:spPr/>
        <p:txBody>
          <a:bodyPr/>
          <a:lstStyle/>
          <a:p>
            <a:fld id="{D8FEF0E9-0555-574B-AF02-7D3C65AD2CB9}" type="datetime1">
              <a:rPr lang="en-US" smtClean="0"/>
              <a:t>01/05/2026</a:t>
            </a:fld>
            <a:endParaRPr lang="en-VN"/>
          </a:p>
        </p:txBody>
      </p:sp>
      <p:sp>
        <p:nvSpPr>
          <p:cNvPr id="5" name="Footer Placeholder 4">
            <a:extLst>
              <a:ext uri="{FF2B5EF4-FFF2-40B4-BE49-F238E27FC236}">
                <a16:creationId xmlns:a16="http://schemas.microsoft.com/office/drawing/2014/main" id="{FFC8C7E4-7E67-ED20-88F6-244002F3085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AF33742-8E9B-5263-738C-65210E2BBAFE}"/>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939921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9EE1-5E23-E3FF-B3E9-631A2DBEBB97}"/>
              </a:ext>
            </a:extLst>
          </p:cNvPr>
          <p:cNvSpPr>
            <a:spLocks noGrp="1"/>
          </p:cNvSpPr>
          <p:nvPr>
            <p:ph type="title"/>
          </p:nvPr>
        </p:nvSpPr>
        <p:spPr>
          <a:xfrm>
            <a:off x="838200" y="136525"/>
            <a:ext cx="10515600" cy="631468"/>
          </a:xfrm>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AFE5E74-D803-9BEE-CA7E-53FA72D121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0E71346-AFE8-4350-6F9F-CC559B42F0E7}"/>
              </a:ext>
            </a:extLst>
          </p:cNvPr>
          <p:cNvSpPr>
            <a:spLocks noGrp="1"/>
          </p:cNvSpPr>
          <p:nvPr>
            <p:ph type="dt" sz="half" idx="10"/>
          </p:nvPr>
        </p:nvSpPr>
        <p:spPr/>
        <p:txBody>
          <a:bodyPr/>
          <a:lstStyle/>
          <a:p>
            <a:fld id="{96300480-A0FE-0A41-A855-C45D9C33CF74}" type="datetime1">
              <a:rPr lang="en-US" smtClean="0"/>
              <a:t>01/05/2026</a:t>
            </a:fld>
            <a:endParaRPr lang="en-VN"/>
          </a:p>
        </p:txBody>
      </p:sp>
      <p:sp>
        <p:nvSpPr>
          <p:cNvPr id="5" name="Footer Placeholder 4">
            <a:extLst>
              <a:ext uri="{FF2B5EF4-FFF2-40B4-BE49-F238E27FC236}">
                <a16:creationId xmlns:a16="http://schemas.microsoft.com/office/drawing/2014/main" id="{8B694ECE-B19B-0C0E-2E11-3C612ACDCCB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1537D5F-869E-E1E5-304F-871FAD9DB556}"/>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2568813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2C03D-9AE9-FFB3-AEB1-B8BC8271F9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9BF7160A-D417-AF6A-A932-E94F4C78CB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21686D-592C-07A9-807E-F5969C05711B}"/>
              </a:ext>
            </a:extLst>
          </p:cNvPr>
          <p:cNvSpPr>
            <a:spLocks noGrp="1"/>
          </p:cNvSpPr>
          <p:nvPr>
            <p:ph type="dt" sz="half" idx="10"/>
          </p:nvPr>
        </p:nvSpPr>
        <p:spPr/>
        <p:txBody>
          <a:bodyPr/>
          <a:lstStyle/>
          <a:p>
            <a:fld id="{4767A64A-446A-2C48-8FC8-5BD2EA5E2AAB}" type="datetime1">
              <a:rPr lang="en-US" smtClean="0"/>
              <a:t>01/05/2026</a:t>
            </a:fld>
            <a:endParaRPr lang="en-VN"/>
          </a:p>
        </p:txBody>
      </p:sp>
      <p:sp>
        <p:nvSpPr>
          <p:cNvPr id="5" name="Footer Placeholder 4">
            <a:extLst>
              <a:ext uri="{FF2B5EF4-FFF2-40B4-BE49-F238E27FC236}">
                <a16:creationId xmlns:a16="http://schemas.microsoft.com/office/drawing/2014/main" id="{9EC12FFD-0B2A-AF47-3C24-ED9158338304}"/>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CE644D3-4424-F703-5546-40219594A2EA}"/>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29139054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AF43-94A4-0841-79F0-1CF2F9361AFA}"/>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BF4EB86C-5F15-F3F6-2887-F12F6360E3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26D02FD5-CCF2-7577-D5DE-C318C7B00D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1E6E8859-6F40-E3DC-325D-2E07F2481917}"/>
              </a:ext>
            </a:extLst>
          </p:cNvPr>
          <p:cNvSpPr>
            <a:spLocks noGrp="1"/>
          </p:cNvSpPr>
          <p:nvPr>
            <p:ph type="dt" sz="half" idx="10"/>
          </p:nvPr>
        </p:nvSpPr>
        <p:spPr/>
        <p:txBody>
          <a:bodyPr/>
          <a:lstStyle/>
          <a:p>
            <a:fld id="{78E8A55F-2DCA-1C47-BD18-09EF166E2CB0}" type="datetime1">
              <a:rPr lang="en-US" smtClean="0"/>
              <a:t>01/05/2026</a:t>
            </a:fld>
            <a:endParaRPr lang="en-VN"/>
          </a:p>
        </p:txBody>
      </p:sp>
      <p:sp>
        <p:nvSpPr>
          <p:cNvPr id="6" name="Footer Placeholder 5">
            <a:extLst>
              <a:ext uri="{FF2B5EF4-FFF2-40B4-BE49-F238E27FC236}">
                <a16:creationId xmlns:a16="http://schemas.microsoft.com/office/drawing/2014/main" id="{BAE3FAE2-EEDE-2D12-D87E-5872FE15DF1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EAAC84F9-B654-B309-BC89-1C987213D6F6}"/>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334717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3625-CBBE-A735-AD96-FE3424FDEA2A}"/>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BFD6ACA1-B042-D545-F284-988A7F7E1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2DF337-713D-FCA2-4A50-D155BCC81F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4EA7B3E8-73CF-523D-9931-B41B66F6A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E5C355-ADF9-6033-1C03-B05238FD7B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BCD619BD-C093-D95A-2DFC-A1770779AE1C}"/>
              </a:ext>
            </a:extLst>
          </p:cNvPr>
          <p:cNvSpPr>
            <a:spLocks noGrp="1"/>
          </p:cNvSpPr>
          <p:nvPr>
            <p:ph type="dt" sz="half" idx="10"/>
          </p:nvPr>
        </p:nvSpPr>
        <p:spPr/>
        <p:txBody>
          <a:bodyPr/>
          <a:lstStyle/>
          <a:p>
            <a:fld id="{CD428493-CB3F-E04F-913C-EB8E28C5EED8}" type="datetime1">
              <a:rPr lang="en-US" smtClean="0"/>
              <a:t>01/05/2026</a:t>
            </a:fld>
            <a:endParaRPr lang="en-VN"/>
          </a:p>
        </p:txBody>
      </p:sp>
      <p:sp>
        <p:nvSpPr>
          <p:cNvPr id="8" name="Footer Placeholder 7">
            <a:extLst>
              <a:ext uri="{FF2B5EF4-FFF2-40B4-BE49-F238E27FC236}">
                <a16:creationId xmlns:a16="http://schemas.microsoft.com/office/drawing/2014/main" id="{E72E5729-B20D-AE7F-AA6F-4CFA9316A11B}"/>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DD358ED6-D59B-52A0-2532-5D87DE3D8BE6}"/>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13235753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DA657-1E44-C764-4F19-71A2988F665D}"/>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550354BD-325E-C0BC-FAA9-3BCA9CDC2BBB}"/>
              </a:ext>
            </a:extLst>
          </p:cNvPr>
          <p:cNvSpPr>
            <a:spLocks noGrp="1"/>
          </p:cNvSpPr>
          <p:nvPr>
            <p:ph type="dt" sz="half" idx="10"/>
          </p:nvPr>
        </p:nvSpPr>
        <p:spPr/>
        <p:txBody>
          <a:bodyPr/>
          <a:lstStyle/>
          <a:p>
            <a:fld id="{8882B746-0BA7-8E46-9D42-837AB1711C41}" type="datetime1">
              <a:rPr lang="en-US" smtClean="0"/>
              <a:t>01/05/2026</a:t>
            </a:fld>
            <a:endParaRPr lang="en-VN"/>
          </a:p>
        </p:txBody>
      </p:sp>
      <p:sp>
        <p:nvSpPr>
          <p:cNvPr id="4" name="Footer Placeholder 3">
            <a:extLst>
              <a:ext uri="{FF2B5EF4-FFF2-40B4-BE49-F238E27FC236}">
                <a16:creationId xmlns:a16="http://schemas.microsoft.com/office/drawing/2014/main" id="{6B76C56B-851D-E450-0CF6-B03E435052CF}"/>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5F1B2D7C-1B2E-411A-597E-68318AF84804}"/>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275101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050410-72A1-3571-8070-83F8EE00A716}"/>
              </a:ext>
            </a:extLst>
          </p:cNvPr>
          <p:cNvSpPr>
            <a:spLocks noGrp="1"/>
          </p:cNvSpPr>
          <p:nvPr>
            <p:ph type="dt" sz="half" idx="10"/>
          </p:nvPr>
        </p:nvSpPr>
        <p:spPr/>
        <p:txBody>
          <a:bodyPr/>
          <a:lstStyle/>
          <a:p>
            <a:fld id="{D8F8CDEF-4AF9-2446-86D1-E53148C55E79}" type="datetime1">
              <a:rPr lang="en-US" smtClean="0"/>
              <a:t>01/05/2026</a:t>
            </a:fld>
            <a:endParaRPr lang="en-VN"/>
          </a:p>
        </p:txBody>
      </p:sp>
      <p:sp>
        <p:nvSpPr>
          <p:cNvPr id="3" name="Footer Placeholder 2">
            <a:extLst>
              <a:ext uri="{FF2B5EF4-FFF2-40B4-BE49-F238E27FC236}">
                <a16:creationId xmlns:a16="http://schemas.microsoft.com/office/drawing/2014/main" id="{AF4EA995-8385-689B-BF0A-D9B0A470E15B}"/>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13AED5FC-D252-FA74-EF9B-195AE0B06E27}"/>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4231661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D78D-D5A0-337F-3C46-64B806F35B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48587E93-E818-6CA7-CA21-AC00E3F7D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D9D5DAF6-A709-EAD9-C1D3-CAD3E0FE8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75859-7DAD-FCD7-AB85-F350FA600698}"/>
              </a:ext>
            </a:extLst>
          </p:cNvPr>
          <p:cNvSpPr>
            <a:spLocks noGrp="1"/>
          </p:cNvSpPr>
          <p:nvPr>
            <p:ph type="dt" sz="half" idx="10"/>
          </p:nvPr>
        </p:nvSpPr>
        <p:spPr/>
        <p:txBody>
          <a:bodyPr/>
          <a:lstStyle/>
          <a:p>
            <a:fld id="{5B7FD203-818A-B74D-88A1-57159E4DACA9}" type="datetime1">
              <a:rPr lang="en-US" smtClean="0"/>
              <a:t>01/05/2026</a:t>
            </a:fld>
            <a:endParaRPr lang="en-VN"/>
          </a:p>
        </p:txBody>
      </p:sp>
      <p:sp>
        <p:nvSpPr>
          <p:cNvPr id="6" name="Footer Placeholder 5">
            <a:extLst>
              <a:ext uri="{FF2B5EF4-FFF2-40B4-BE49-F238E27FC236}">
                <a16:creationId xmlns:a16="http://schemas.microsoft.com/office/drawing/2014/main" id="{A331B197-F606-91F6-766F-279BC51BB0F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DFE83C9-F674-E85F-38D6-53B47D2B5C85}"/>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40778475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53079-A7AE-1232-9D30-C5CA1E2E8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2C022C79-3F71-35E7-C24D-B8EBB84DCA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D30F2D21-A5B0-C469-4124-9DA4B99820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869563-CEFC-FD43-5602-6F61CBBD98CF}"/>
              </a:ext>
            </a:extLst>
          </p:cNvPr>
          <p:cNvSpPr>
            <a:spLocks noGrp="1"/>
          </p:cNvSpPr>
          <p:nvPr>
            <p:ph type="dt" sz="half" idx="10"/>
          </p:nvPr>
        </p:nvSpPr>
        <p:spPr/>
        <p:txBody>
          <a:bodyPr/>
          <a:lstStyle/>
          <a:p>
            <a:fld id="{47431CB4-1DED-234A-9143-27AF09464D68}" type="datetime1">
              <a:rPr lang="en-US" smtClean="0"/>
              <a:t>01/05/2026</a:t>
            </a:fld>
            <a:endParaRPr lang="en-VN"/>
          </a:p>
        </p:txBody>
      </p:sp>
      <p:sp>
        <p:nvSpPr>
          <p:cNvPr id="6" name="Footer Placeholder 5">
            <a:extLst>
              <a:ext uri="{FF2B5EF4-FFF2-40B4-BE49-F238E27FC236}">
                <a16:creationId xmlns:a16="http://schemas.microsoft.com/office/drawing/2014/main" id="{A474B1E8-7D6D-BE10-A908-BD4FA26ADBF3}"/>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C8F38895-464C-6082-1943-75C622111F61}"/>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765500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CC48-9742-CEAD-EB38-543F0D829418}"/>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FFFC539D-0774-2755-5397-20B98EECA2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FD960D56-1D55-FCBE-B418-2647440C8BBE}"/>
              </a:ext>
            </a:extLst>
          </p:cNvPr>
          <p:cNvSpPr>
            <a:spLocks noGrp="1"/>
          </p:cNvSpPr>
          <p:nvPr>
            <p:ph type="dt" sz="half" idx="10"/>
          </p:nvPr>
        </p:nvSpPr>
        <p:spPr/>
        <p:txBody>
          <a:bodyPr/>
          <a:lstStyle/>
          <a:p>
            <a:fld id="{0452C953-56CA-5145-8C58-CE8FCC379A02}" type="datetime1">
              <a:rPr lang="en-US" smtClean="0"/>
              <a:t>01/05/2026</a:t>
            </a:fld>
            <a:endParaRPr lang="en-VN"/>
          </a:p>
        </p:txBody>
      </p:sp>
      <p:sp>
        <p:nvSpPr>
          <p:cNvPr id="5" name="Footer Placeholder 4">
            <a:extLst>
              <a:ext uri="{FF2B5EF4-FFF2-40B4-BE49-F238E27FC236}">
                <a16:creationId xmlns:a16="http://schemas.microsoft.com/office/drawing/2014/main" id="{5A919464-667E-7F22-F201-5AC77C15FD9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F2D92CFF-CFC0-DB53-BB40-0DE4DB6F1303}"/>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12442058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B02B5-8E50-8CB5-FC91-DBDA44C58F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0ED6CBFE-25A6-4656-8F9A-8838278D40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D853EE3-03F2-1B9D-1F04-FF8585FD29EC}"/>
              </a:ext>
            </a:extLst>
          </p:cNvPr>
          <p:cNvSpPr>
            <a:spLocks noGrp="1"/>
          </p:cNvSpPr>
          <p:nvPr>
            <p:ph type="dt" sz="half" idx="10"/>
          </p:nvPr>
        </p:nvSpPr>
        <p:spPr/>
        <p:txBody>
          <a:bodyPr/>
          <a:lstStyle/>
          <a:p>
            <a:fld id="{15F3223C-F29E-A041-946E-1F5247C84270}" type="datetime1">
              <a:rPr lang="en-US" smtClean="0"/>
              <a:t>01/05/2026</a:t>
            </a:fld>
            <a:endParaRPr lang="en-VN"/>
          </a:p>
        </p:txBody>
      </p:sp>
      <p:sp>
        <p:nvSpPr>
          <p:cNvPr id="5" name="Footer Placeholder 4">
            <a:extLst>
              <a:ext uri="{FF2B5EF4-FFF2-40B4-BE49-F238E27FC236}">
                <a16:creationId xmlns:a16="http://schemas.microsoft.com/office/drawing/2014/main" id="{090F6D42-78CF-6D67-7A64-40F150BE3CE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78D1AED-EA32-C3F4-98D3-0A92E993F01C}"/>
              </a:ext>
            </a:extLst>
          </p:cNvPr>
          <p:cNvSpPr>
            <a:spLocks noGrp="1"/>
          </p:cNvSpPr>
          <p:nvPr>
            <p:ph type="sldNum" sz="quarter" idx="12"/>
          </p:nvPr>
        </p:nvSpPr>
        <p:spPr/>
        <p:txBody>
          <a:bodyPr/>
          <a:lstStyle/>
          <a:p>
            <a:fld id="{A07B4F14-4493-2F48-9F98-3CFED1C9AF03}" type="slidenum">
              <a:rPr lang="en-VN" smtClean="0"/>
              <a:t>‹#›</a:t>
            </a:fld>
            <a:endParaRPr lang="en-VN"/>
          </a:p>
        </p:txBody>
      </p:sp>
    </p:spTree>
    <p:extLst>
      <p:ext uri="{BB962C8B-B14F-4D97-AF65-F5344CB8AC3E}">
        <p14:creationId xmlns:p14="http://schemas.microsoft.com/office/powerpoint/2010/main" val="34016685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70596-D17A-4265-9CAB-3A04EC670053}"/>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34F14DD-3C9A-462B-BD21-F0C5A359AF84}"/>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86885A-8D5A-4F30-BD5F-CAA08D49DB4C}"/>
              </a:ext>
            </a:extLst>
          </p:cNvPr>
          <p:cNvSpPr>
            <a:spLocks noGrp="1"/>
          </p:cNvSpPr>
          <p:nvPr>
            <p:ph type="dt" sz="half" idx="10"/>
          </p:nvPr>
        </p:nvSpPr>
        <p:spPr/>
        <p:txBody>
          <a:bodyPr/>
          <a:lstStyle/>
          <a:p>
            <a:fld id="{912904BE-AD59-1149-918F-775E9EFA40AC}" type="datetime1">
              <a:rPr lang="en-US" smtClean="0"/>
              <a:t>01/05/2026</a:t>
            </a:fld>
            <a:endParaRPr lang="en-US"/>
          </a:p>
        </p:txBody>
      </p:sp>
      <p:sp>
        <p:nvSpPr>
          <p:cNvPr id="5" name="Footer Placeholder 4">
            <a:extLst>
              <a:ext uri="{FF2B5EF4-FFF2-40B4-BE49-F238E27FC236}">
                <a16:creationId xmlns:a16="http://schemas.microsoft.com/office/drawing/2014/main" id="{06F6FA9A-9FD2-49B8-9695-DCC4CD88D4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7DE16-4A6C-4BB8-ACBD-D6AB5CEDAA43}"/>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34397007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20BE-53E6-4A22-948A-F23525B49D2E}"/>
              </a:ext>
            </a:extLst>
          </p:cNvPr>
          <p:cNvSpPr>
            <a:spLocks noGrp="1"/>
          </p:cNvSpPr>
          <p:nvPr>
            <p:ph type="title"/>
          </p:nvPr>
        </p:nvSpPr>
        <p:spPr>
          <a:xfrm>
            <a:off x="838200" y="639336"/>
            <a:ext cx="9499333" cy="535531"/>
          </a:xfrm>
        </p:spPr>
        <p:txBody>
          <a:bodyPr>
            <a:spAutoFit/>
          </a:bodyPr>
          <a:lstStyle>
            <a:lvl1pPr>
              <a:defRPr sz="3200" b="1">
                <a:solidFill>
                  <a:srgbClr val="8B263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610643-9736-4C9E-823F-620FA5283EBC}"/>
              </a:ext>
            </a:extLst>
          </p:cNvPr>
          <p:cNvSpPr>
            <a:spLocks noGrp="1"/>
          </p:cNvSpPr>
          <p:nvPr>
            <p:ph idx="1"/>
          </p:nvPr>
        </p:nvSpPr>
        <p:spPr>
          <a:xfrm>
            <a:off x="838200" y="1276358"/>
            <a:ext cx="10515600" cy="2575320"/>
          </a:xfrm>
        </p:spPr>
        <p:txBody>
          <a:bodyPr>
            <a:spAutoFit/>
          </a:bodyPr>
          <a:lstStyle>
            <a:lvl1pPr>
              <a:lnSpc>
                <a:spcPct val="120000"/>
              </a:lnSpc>
              <a:spcBef>
                <a:spcPts val="0"/>
              </a:spcBef>
              <a:spcAft>
                <a:spcPts val="600"/>
              </a:spcAft>
              <a:defRPr sz="2400">
                <a:latin typeface="+mn-lt"/>
                <a:cs typeface="Arial" panose="020B0604020202020204" pitchFamily="34" charset="0"/>
              </a:defRPr>
            </a:lvl1pPr>
            <a:lvl2pPr>
              <a:lnSpc>
                <a:spcPct val="120000"/>
              </a:lnSpc>
              <a:spcBef>
                <a:spcPts val="0"/>
              </a:spcBef>
              <a:spcAft>
                <a:spcPts val="600"/>
              </a:spcAft>
              <a:defRPr sz="2400">
                <a:latin typeface="+mn-lt"/>
              </a:defRPr>
            </a:lvl2pPr>
            <a:lvl3pPr>
              <a:lnSpc>
                <a:spcPct val="120000"/>
              </a:lnSpc>
              <a:spcBef>
                <a:spcPts val="0"/>
              </a:spcBef>
              <a:spcAft>
                <a:spcPts val="600"/>
              </a:spcAft>
              <a:defRPr sz="2400"/>
            </a:lvl3pPr>
            <a:lvl4pPr>
              <a:lnSpc>
                <a:spcPct val="120000"/>
              </a:lnSpc>
              <a:spcBef>
                <a:spcPts val="0"/>
              </a:spcBef>
              <a:spcAft>
                <a:spcPts val="600"/>
              </a:spcAft>
              <a:defRPr sz="2400"/>
            </a:lvl4pPr>
            <a:lvl5pPr>
              <a:lnSpc>
                <a:spcPct val="120000"/>
              </a:lnSpc>
              <a:spcBef>
                <a:spcPts val="0"/>
              </a:spcBef>
              <a:spcAft>
                <a:spcPts val="600"/>
              </a:spcAft>
              <a:defRPr sz="2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CFA50-0A8D-464F-8421-32588BB80885}"/>
              </a:ext>
            </a:extLst>
          </p:cNvPr>
          <p:cNvSpPr>
            <a:spLocks noGrp="1"/>
          </p:cNvSpPr>
          <p:nvPr>
            <p:ph type="dt" sz="half" idx="10"/>
          </p:nvPr>
        </p:nvSpPr>
        <p:spPr/>
        <p:txBody>
          <a:bodyPr/>
          <a:lstStyle/>
          <a:p>
            <a:fld id="{12E78B33-ECEA-224F-ADC0-6677E7030D70}" type="datetime1">
              <a:rPr lang="en-US" smtClean="0"/>
              <a:t>01/05/2026</a:t>
            </a:fld>
            <a:endParaRPr lang="en-US"/>
          </a:p>
        </p:txBody>
      </p:sp>
      <p:sp>
        <p:nvSpPr>
          <p:cNvPr id="5" name="Footer Placeholder 4">
            <a:extLst>
              <a:ext uri="{FF2B5EF4-FFF2-40B4-BE49-F238E27FC236}">
                <a16:creationId xmlns:a16="http://schemas.microsoft.com/office/drawing/2014/main" id="{CE76F542-1242-435D-8424-32F921675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B7FC7-2046-4579-B4BD-3F262BAFFD2A}"/>
              </a:ext>
            </a:extLst>
          </p:cNvPr>
          <p:cNvSpPr>
            <a:spLocks noGrp="1"/>
          </p:cNvSpPr>
          <p:nvPr>
            <p:ph type="sldNum" sz="quarter" idx="12"/>
          </p:nvPr>
        </p:nvSpPr>
        <p:spPr>
          <a:xfrm>
            <a:off x="11353800" y="367681"/>
            <a:ext cx="613445" cy="400110"/>
          </a:xfrm>
          <a:prstGeom prst="rect">
            <a:avLst/>
          </a:prstGeom>
          <a:noFill/>
        </p:spPr>
        <p:txBody>
          <a:bodyPr wrap="square">
            <a:spAutoFit/>
          </a:bodyPr>
          <a:lstStyle>
            <a:lvl1pPr algn="ctr">
              <a:defRPr sz="2000" b="1" i="0">
                <a:solidFill>
                  <a:srgbClr val="2D1F93"/>
                </a:solidFill>
                <a:latin typeface="Arial" panose="020B0604020202020204" pitchFamily="34" charset="0"/>
                <a:cs typeface="Arial" panose="020B0604020202020204" pitchFamily="34" charset="0"/>
              </a:defRPr>
            </a:lvl1pPr>
          </a:lstStyle>
          <a:p>
            <a:fld id="{2DA3F93C-90D8-48AF-B48B-3DC28067CEF1}" type="slidenum">
              <a:rPr lang="en-US" smtClean="0"/>
              <a:t>‹#›</a:t>
            </a:fld>
            <a:endParaRPr lang="en-US"/>
          </a:p>
        </p:txBody>
      </p:sp>
    </p:spTree>
    <p:extLst>
      <p:ext uri="{BB962C8B-B14F-4D97-AF65-F5344CB8AC3E}">
        <p14:creationId xmlns:p14="http://schemas.microsoft.com/office/powerpoint/2010/main" val="466781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BA05-7F06-4964-9441-11EA67CD8D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300EEC-CA40-4E8B-9619-8144F2C10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89481B4-B4FA-4B3A-9BC2-0468BB63A66B}"/>
              </a:ext>
            </a:extLst>
          </p:cNvPr>
          <p:cNvSpPr>
            <a:spLocks noGrp="1"/>
          </p:cNvSpPr>
          <p:nvPr>
            <p:ph type="dt" sz="half" idx="10"/>
          </p:nvPr>
        </p:nvSpPr>
        <p:spPr/>
        <p:txBody>
          <a:bodyPr/>
          <a:lstStyle/>
          <a:p>
            <a:fld id="{45C3A2F8-FEC6-4342-B0DA-9C293A91A442}" type="datetime1">
              <a:rPr lang="en-US" smtClean="0"/>
              <a:t>01/05/2026</a:t>
            </a:fld>
            <a:endParaRPr lang="en-US"/>
          </a:p>
        </p:txBody>
      </p:sp>
      <p:sp>
        <p:nvSpPr>
          <p:cNvPr id="5" name="Footer Placeholder 4">
            <a:extLst>
              <a:ext uri="{FF2B5EF4-FFF2-40B4-BE49-F238E27FC236}">
                <a16:creationId xmlns:a16="http://schemas.microsoft.com/office/drawing/2014/main" id="{1835D27E-5A03-4DA5-B23B-702AE676A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C0BE0-BB2C-4B86-AFD1-8C933136DBEE}"/>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39845441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D90F-5C56-4EAC-A40C-98B3DE7939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BCA4E-2554-4005-9EB2-7909BAC898B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C90030-FDB1-40A0-B661-499085CF989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C5788C-1D99-48C0-A510-C2238A78F8A5}"/>
              </a:ext>
            </a:extLst>
          </p:cNvPr>
          <p:cNvSpPr>
            <a:spLocks noGrp="1"/>
          </p:cNvSpPr>
          <p:nvPr>
            <p:ph type="dt" sz="half" idx="10"/>
          </p:nvPr>
        </p:nvSpPr>
        <p:spPr/>
        <p:txBody>
          <a:bodyPr/>
          <a:lstStyle/>
          <a:p>
            <a:fld id="{638BBD93-A311-7F49-BF52-E0E5D6643350}" type="datetime1">
              <a:rPr lang="en-US" smtClean="0"/>
              <a:t>01/05/2026</a:t>
            </a:fld>
            <a:endParaRPr lang="en-US"/>
          </a:p>
        </p:txBody>
      </p:sp>
      <p:sp>
        <p:nvSpPr>
          <p:cNvPr id="6" name="Footer Placeholder 5">
            <a:extLst>
              <a:ext uri="{FF2B5EF4-FFF2-40B4-BE49-F238E27FC236}">
                <a16:creationId xmlns:a16="http://schemas.microsoft.com/office/drawing/2014/main" id="{3E16960F-393D-4607-85CA-458CE12372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E30FE-B749-4B5C-A7AE-9EB1F9720195}"/>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4756042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13E1-9B35-41BE-92C5-755823A3D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A0BD76-5A41-434D-AE4F-1644926FDB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21A1716-4861-400D-AA4A-0F672E8C089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F8D777-72CB-45C0-864A-81E3C08B02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853933A-FA4B-405E-AE3A-5CE8F133DC1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7DDD3A-4037-4994-A0B1-362A6BF7B978}"/>
              </a:ext>
            </a:extLst>
          </p:cNvPr>
          <p:cNvSpPr>
            <a:spLocks noGrp="1"/>
          </p:cNvSpPr>
          <p:nvPr>
            <p:ph type="dt" sz="half" idx="10"/>
          </p:nvPr>
        </p:nvSpPr>
        <p:spPr/>
        <p:txBody>
          <a:bodyPr/>
          <a:lstStyle/>
          <a:p>
            <a:fld id="{A3D8FFF6-2DD6-F64B-A5D3-D82764C58C45}" type="datetime1">
              <a:rPr lang="en-US" smtClean="0"/>
              <a:t>01/05/2026</a:t>
            </a:fld>
            <a:endParaRPr lang="en-US"/>
          </a:p>
        </p:txBody>
      </p:sp>
      <p:sp>
        <p:nvSpPr>
          <p:cNvPr id="8" name="Footer Placeholder 7">
            <a:extLst>
              <a:ext uri="{FF2B5EF4-FFF2-40B4-BE49-F238E27FC236}">
                <a16:creationId xmlns:a16="http://schemas.microsoft.com/office/drawing/2014/main" id="{ED1ECAB8-8FAE-4D82-904B-F1F04693D4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9575CA-FBB4-4DAC-8D58-3197159C47CA}"/>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20452170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6FF78-C8E5-4369-8527-7528C9F6DC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F729E6-66FB-48BB-86DB-7F71736621D2}"/>
              </a:ext>
            </a:extLst>
          </p:cNvPr>
          <p:cNvSpPr>
            <a:spLocks noGrp="1"/>
          </p:cNvSpPr>
          <p:nvPr>
            <p:ph type="dt" sz="half" idx="10"/>
          </p:nvPr>
        </p:nvSpPr>
        <p:spPr/>
        <p:txBody>
          <a:bodyPr/>
          <a:lstStyle/>
          <a:p>
            <a:fld id="{DEBB562F-753F-8149-8CB7-53011CC3E461}" type="datetime1">
              <a:rPr lang="en-US" smtClean="0"/>
              <a:t>01/05/2026</a:t>
            </a:fld>
            <a:endParaRPr lang="en-US"/>
          </a:p>
        </p:txBody>
      </p:sp>
      <p:sp>
        <p:nvSpPr>
          <p:cNvPr id="4" name="Footer Placeholder 3">
            <a:extLst>
              <a:ext uri="{FF2B5EF4-FFF2-40B4-BE49-F238E27FC236}">
                <a16:creationId xmlns:a16="http://schemas.microsoft.com/office/drawing/2014/main" id="{202ABBE8-E0F3-4482-92A7-163A8E5617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AE18EA-8668-476C-9240-600CB07014EC}"/>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362854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AF432-2B71-4A3F-A30D-D6724CEBA216}"/>
              </a:ext>
            </a:extLst>
          </p:cNvPr>
          <p:cNvSpPr>
            <a:spLocks noGrp="1"/>
          </p:cNvSpPr>
          <p:nvPr>
            <p:ph type="dt" sz="half" idx="10"/>
          </p:nvPr>
        </p:nvSpPr>
        <p:spPr/>
        <p:txBody>
          <a:bodyPr/>
          <a:lstStyle/>
          <a:p>
            <a:fld id="{618C2136-2163-6F4F-B4BD-3672FCC7A645}" type="datetime1">
              <a:rPr lang="en-US" smtClean="0"/>
              <a:t>01/05/2026</a:t>
            </a:fld>
            <a:endParaRPr lang="en-US"/>
          </a:p>
        </p:txBody>
      </p:sp>
      <p:sp>
        <p:nvSpPr>
          <p:cNvPr id="3" name="Footer Placeholder 2">
            <a:extLst>
              <a:ext uri="{FF2B5EF4-FFF2-40B4-BE49-F238E27FC236}">
                <a16:creationId xmlns:a16="http://schemas.microsoft.com/office/drawing/2014/main" id="{C5C904EA-4127-4F36-90CF-B9FF3A72F6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95845E-9991-4F3F-926F-F2A63C4AB000}"/>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972819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33F7-ABE7-48DA-AFEA-6D646400A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32B5D0-B300-4ACA-B7A2-AEB493A7822F}"/>
              </a:ext>
            </a:extLst>
          </p:cNvPr>
          <p:cNvSpPr>
            <a:spLocks noGrp="1"/>
          </p:cNvSpPr>
          <p:nvPr>
            <p:ph idx="1"/>
          </p:nvPr>
        </p:nvSpPr>
        <p:spPr>
          <a:xfrm>
            <a:off x="5183188" y="987425"/>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531B25-D6B4-4DF3-8E58-B1831EF45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7587F9-441A-4E86-8433-1E4D8053A82D}"/>
              </a:ext>
            </a:extLst>
          </p:cNvPr>
          <p:cNvSpPr>
            <a:spLocks noGrp="1"/>
          </p:cNvSpPr>
          <p:nvPr>
            <p:ph type="dt" sz="half" idx="10"/>
          </p:nvPr>
        </p:nvSpPr>
        <p:spPr/>
        <p:txBody>
          <a:bodyPr/>
          <a:lstStyle/>
          <a:p>
            <a:fld id="{0867E4A3-FB3E-1245-B99F-33645498ADA4}" type="datetime1">
              <a:rPr lang="en-US" smtClean="0"/>
              <a:t>01/05/2026</a:t>
            </a:fld>
            <a:endParaRPr lang="en-US"/>
          </a:p>
        </p:txBody>
      </p:sp>
      <p:sp>
        <p:nvSpPr>
          <p:cNvPr id="6" name="Footer Placeholder 5">
            <a:extLst>
              <a:ext uri="{FF2B5EF4-FFF2-40B4-BE49-F238E27FC236}">
                <a16:creationId xmlns:a16="http://schemas.microsoft.com/office/drawing/2014/main" id="{701679A2-F4B5-4323-8B72-D9927C601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389BC-0BDC-415D-A58D-BE72AFCF5943}"/>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28152146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811E-42A1-4043-8B94-0CD01FA243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08870A-E9D5-4B14-80DB-E99A45176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E6BE29A-F586-4DAB-9C23-B6BE39272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CCDA0BC-01B1-4738-A418-3B6B39628C8F}"/>
              </a:ext>
            </a:extLst>
          </p:cNvPr>
          <p:cNvSpPr>
            <a:spLocks noGrp="1"/>
          </p:cNvSpPr>
          <p:nvPr>
            <p:ph type="dt" sz="half" idx="10"/>
          </p:nvPr>
        </p:nvSpPr>
        <p:spPr/>
        <p:txBody>
          <a:bodyPr/>
          <a:lstStyle/>
          <a:p>
            <a:fld id="{976AC916-E2B4-BF45-9FF4-20421365C30A}" type="datetime1">
              <a:rPr lang="en-US" smtClean="0"/>
              <a:t>01/05/2026</a:t>
            </a:fld>
            <a:endParaRPr lang="en-US"/>
          </a:p>
        </p:txBody>
      </p:sp>
      <p:sp>
        <p:nvSpPr>
          <p:cNvPr id="6" name="Footer Placeholder 5">
            <a:extLst>
              <a:ext uri="{FF2B5EF4-FFF2-40B4-BE49-F238E27FC236}">
                <a16:creationId xmlns:a16="http://schemas.microsoft.com/office/drawing/2014/main" id="{1A4DBA6E-D10C-4C34-911D-0CE7E6CD3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6F76EA-1FA3-42D6-8DE8-F28AB446F88E}"/>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40711918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6439-319A-4D9C-90DF-6104B7ECD7BC}"/>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271AE94-4079-4F44-9A74-D96D4C650EC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229D1-786C-43A2-9D3D-5E8B0351F5EA}"/>
              </a:ext>
            </a:extLst>
          </p:cNvPr>
          <p:cNvSpPr>
            <a:spLocks noGrp="1"/>
          </p:cNvSpPr>
          <p:nvPr>
            <p:ph type="dt" sz="half" idx="10"/>
          </p:nvPr>
        </p:nvSpPr>
        <p:spPr/>
        <p:txBody>
          <a:bodyPr/>
          <a:lstStyle/>
          <a:p>
            <a:fld id="{58935457-F708-5A44-8599-3BAAFC98B2B8}" type="datetime1">
              <a:rPr lang="en-US" smtClean="0"/>
              <a:t>01/05/2026</a:t>
            </a:fld>
            <a:endParaRPr lang="en-US"/>
          </a:p>
        </p:txBody>
      </p:sp>
      <p:sp>
        <p:nvSpPr>
          <p:cNvPr id="5" name="Footer Placeholder 4">
            <a:extLst>
              <a:ext uri="{FF2B5EF4-FFF2-40B4-BE49-F238E27FC236}">
                <a16:creationId xmlns:a16="http://schemas.microsoft.com/office/drawing/2014/main" id="{620BC3AC-F558-4B6F-A037-22D38E9A4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220537-F785-4337-AB55-D231B40197A2}"/>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0022617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D1827-CF18-45B5-A2BC-79A3AF979E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2C547E-E3AE-43EC-B9AB-E440F11F949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5BD95-1B77-436B-8B30-61AE0EBCB4E2}"/>
              </a:ext>
            </a:extLst>
          </p:cNvPr>
          <p:cNvSpPr>
            <a:spLocks noGrp="1"/>
          </p:cNvSpPr>
          <p:nvPr>
            <p:ph type="dt" sz="half" idx="10"/>
          </p:nvPr>
        </p:nvSpPr>
        <p:spPr/>
        <p:txBody>
          <a:bodyPr/>
          <a:lstStyle/>
          <a:p>
            <a:fld id="{B94AED7D-6964-F244-9C2F-BA99389F91CD}" type="datetime1">
              <a:rPr lang="en-US" smtClean="0"/>
              <a:t>01/05/2026</a:t>
            </a:fld>
            <a:endParaRPr lang="en-US"/>
          </a:p>
        </p:txBody>
      </p:sp>
      <p:sp>
        <p:nvSpPr>
          <p:cNvPr id="5" name="Footer Placeholder 4">
            <a:extLst>
              <a:ext uri="{FF2B5EF4-FFF2-40B4-BE49-F238E27FC236}">
                <a16:creationId xmlns:a16="http://schemas.microsoft.com/office/drawing/2014/main" id="{BCA07CC6-D1D3-41D8-B991-B78B1F33F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BB7F1-4304-4CC1-921F-DF3D7611469C}"/>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483118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70596-D17A-4265-9CAB-3A04EC670053}"/>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34F14DD-3C9A-462B-BD21-F0C5A359AF84}"/>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86885A-8D5A-4F30-BD5F-CAA08D49DB4C}"/>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5" name="Footer Placeholder 4">
            <a:extLst>
              <a:ext uri="{FF2B5EF4-FFF2-40B4-BE49-F238E27FC236}">
                <a16:creationId xmlns:a16="http://schemas.microsoft.com/office/drawing/2014/main" id="{06F6FA9A-9FD2-49B8-9695-DCC4CD88D4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7DE16-4A6C-4BB8-ACBD-D6AB5CEDAA43}"/>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2966869591"/>
      </p:ext>
    </p:extLst>
  </p:cSld>
  <p:clrMapOvr>
    <a:masterClrMapping/>
  </p:clrMapOvr>
  <p:hf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20BE-53E6-4A22-948A-F23525B49D2E}"/>
              </a:ext>
            </a:extLst>
          </p:cNvPr>
          <p:cNvSpPr>
            <a:spLocks noGrp="1"/>
          </p:cNvSpPr>
          <p:nvPr>
            <p:ph type="title"/>
          </p:nvPr>
        </p:nvSpPr>
        <p:spPr>
          <a:xfrm>
            <a:off x="838200" y="639336"/>
            <a:ext cx="9499333" cy="535531"/>
          </a:xfrm>
        </p:spPr>
        <p:txBody>
          <a:bodyPr>
            <a:spAutoFit/>
          </a:bodyPr>
          <a:lstStyle>
            <a:lvl1pPr>
              <a:defRPr sz="3200" b="1">
                <a:solidFill>
                  <a:srgbClr val="8B263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610643-9736-4C9E-823F-620FA5283EBC}"/>
              </a:ext>
            </a:extLst>
          </p:cNvPr>
          <p:cNvSpPr>
            <a:spLocks noGrp="1"/>
          </p:cNvSpPr>
          <p:nvPr>
            <p:ph idx="1"/>
          </p:nvPr>
        </p:nvSpPr>
        <p:spPr>
          <a:xfrm>
            <a:off x="838200" y="1276358"/>
            <a:ext cx="10515600" cy="2575320"/>
          </a:xfrm>
        </p:spPr>
        <p:txBody>
          <a:bodyPr>
            <a:spAutoFit/>
          </a:bodyPr>
          <a:lstStyle>
            <a:lvl1pPr>
              <a:lnSpc>
                <a:spcPct val="120000"/>
              </a:lnSpc>
              <a:spcBef>
                <a:spcPts val="0"/>
              </a:spcBef>
              <a:spcAft>
                <a:spcPts val="600"/>
              </a:spcAft>
              <a:defRPr sz="2400">
                <a:latin typeface="+mn-lt"/>
                <a:cs typeface="Arial" panose="020B0604020202020204" pitchFamily="34" charset="0"/>
              </a:defRPr>
            </a:lvl1pPr>
            <a:lvl2pPr>
              <a:lnSpc>
                <a:spcPct val="120000"/>
              </a:lnSpc>
              <a:spcBef>
                <a:spcPts val="0"/>
              </a:spcBef>
              <a:spcAft>
                <a:spcPts val="600"/>
              </a:spcAft>
              <a:defRPr sz="2400">
                <a:latin typeface="+mn-lt"/>
              </a:defRPr>
            </a:lvl2pPr>
            <a:lvl3pPr>
              <a:lnSpc>
                <a:spcPct val="120000"/>
              </a:lnSpc>
              <a:spcBef>
                <a:spcPts val="0"/>
              </a:spcBef>
              <a:spcAft>
                <a:spcPts val="600"/>
              </a:spcAft>
              <a:defRPr sz="2400"/>
            </a:lvl3pPr>
            <a:lvl4pPr>
              <a:lnSpc>
                <a:spcPct val="120000"/>
              </a:lnSpc>
              <a:spcBef>
                <a:spcPts val="0"/>
              </a:spcBef>
              <a:spcAft>
                <a:spcPts val="600"/>
              </a:spcAft>
              <a:defRPr sz="2400"/>
            </a:lvl4pPr>
            <a:lvl5pPr>
              <a:lnSpc>
                <a:spcPct val="120000"/>
              </a:lnSpc>
              <a:spcBef>
                <a:spcPts val="0"/>
              </a:spcBef>
              <a:spcAft>
                <a:spcPts val="600"/>
              </a:spcAft>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CFA50-0A8D-464F-8421-32588BB80885}"/>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5" name="Footer Placeholder 4">
            <a:extLst>
              <a:ext uri="{FF2B5EF4-FFF2-40B4-BE49-F238E27FC236}">
                <a16:creationId xmlns:a16="http://schemas.microsoft.com/office/drawing/2014/main" id="{CE76F542-1242-435D-8424-32F921675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B7FC7-2046-4579-B4BD-3F262BAFFD2A}"/>
              </a:ext>
            </a:extLst>
          </p:cNvPr>
          <p:cNvSpPr>
            <a:spLocks noGrp="1"/>
          </p:cNvSpPr>
          <p:nvPr>
            <p:ph type="sldNum" sz="quarter" idx="12"/>
          </p:nvPr>
        </p:nvSpPr>
        <p:spPr>
          <a:xfrm>
            <a:off x="11353800" y="367681"/>
            <a:ext cx="613445" cy="400110"/>
          </a:xfrm>
          <a:prstGeom prst="rect">
            <a:avLst/>
          </a:prstGeom>
          <a:noFill/>
        </p:spPr>
        <p:txBody>
          <a:bodyPr wrap="square">
            <a:spAutoFit/>
          </a:bodyPr>
          <a:lstStyle>
            <a:lvl1pPr algn="ctr">
              <a:defRPr sz="2000" b="1" i="0">
                <a:solidFill>
                  <a:srgbClr val="2D1F93"/>
                </a:solidFill>
                <a:latin typeface="Arial" panose="020B0604020202020204" pitchFamily="34" charset="0"/>
                <a:cs typeface="Arial" panose="020B0604020202020204" pitchFamily="34" charset="0"/>
              </a:defRPr>
            </a:lvl1pPr>
          </a:lstStyle>
          <a:p>
            <a:fld id="{F320AD98-A807-4F86-8EE0-F42DFFFD8533}" type="slidenum">
              <a:rPr lang="en-US" smtClean="0"/>
              <a:pPr/>
              <a:t>‹#›</a:t>
            </a:fld>
            <a:endParaRPr lang="en-US"/>
          </a:p>
        </p:txBody>
      </p:sp>
    </p:spTree>
    <p:extLst>
      <p:ext uri="{BB962C8B-B14F-4D97-AF65-F5344CB8AC3E}">
        <p14:creationId xmlns:p14="http://schemas.microsoft.com/office/powerpoint/2010/main" val="1658893489"/>
      </p:ext>
    </p:extLst>
  </p:cSld>
  <p:clrMapOvr>
    <a:masterClrMapping/>
  </p:clrMapOvr>
  <p:hf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BA05-7F06-4964-9441-11EA67CD8D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300EEC-CA40-4E8B-9619-8144F2C10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9481B4-B4FA-4B3A-9BC2-0468BB63A66B}"/>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5" name="Footer Placeholder 4">
            <a:extLst>
              <a:ext uri="{FF2B5EF4-FFF2-40B4-BE49-F238E27FC236}">
                <a16:creationId xmlns:a16="http://schemas.microsoft.com/office/drawing/2014/main" id="{1835D27E-5A03-4DA5-B23B-702AE676A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C0BE0-BB2C-4B86-AFD1-8C933136DBEE}"/>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878327723"/>
      </p:ext>
    </p:extLst>
  </p:cSld>
  <p:clrMapOvr>
    <a:masterClrMapping/>
  </p:clrMapOvr>
  <p:hf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D90F-5C56-4EAC-A40C-98B3DE7939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BCA4E-2554-4005-9EB2-7909BAC898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C90030-FDB1-40A0-B661-499085CF98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C5788C-1D99-48C0-A510-C2238A78F8A5}"/>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6" name="Footer Placeholder 5">
            <a:extLst>
              <a:ext uri="{FF2B5EF4-FFF2-40B4-BE49-F238E27FC236}">
                <a16:creationId xmlns:a16="http://schemas.microsoft.com/office/drawing/2014/main" id="{3E16960F-393D-4607-85CA-458CE12372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E30FE-B749-4B5C-A7AE-9EB1F9720195}"/>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1117568921"/>
      </p:ext>
    </p:extLst>
  </p:cSld>
  <p:clrMapOvr>
    <a:masterClrMapping/>
  </p:clrMapOvr>
  <p:hf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13E1-9B35-41BE-92C5-755823A3D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A0BD76-5A41-434D-AE4F-1644926FDB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1A1716-4861-400D-AA4A-0F672E8C08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F8D777-72CB-45C0-864A-81E3C08B02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53933A-FA4B-405E-AE3A-5CE8F133DC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7DDD3A-4037-4994-A0B1-362A6BF7B978}"/>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8" name="Footer Placeholder 7">
            <a:extLst>
              <a:ext uri="{FF2B5EF4-FFF2-40B4-BE49-F238E27FC236}">
                <a16:creationId xmlns:a16="http://schemas.microsoft.com/office/drawing/2014/main" id="{ED1ECAB8-8FAE-4D82-904B-F1F04693D4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9575CA-FBB4-4DAC-8D58-3197159C47CA}"/>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2568191893"/>
      </p:ext>
    </p:extLst>
  </p:cSld>
  <p:clrMapOvr>
    <a:masterClrMapping/>
  </p:clrMapOvr>
  <p:hf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6FF78-C8E5-4369-8527-7528C9F6DC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F729E6-66FB-48BB-86DB-7F71736621D2}"/>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4" name="Footer Placeholder 3">
            <a:extLst>
              <a:ext uri="{FF2B5EF4-FFF2-40B4-BE49-F238E27FC236}">
                <a16:creationId xmlns:a16="http://schemas.microsoft.com/office/drawing/2014/main" id="{202ABBE8-E0F3-4482-92A7-163A8E5617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AE18EA-8668-476C-9240-600CB07014EC}"/>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3879463204"/>
      </p:ext>
    </p:extLst>
  </p:cSld>
  <p:clrMapOvr>
    <a:masterClrMapping/>
  </p:clrMapOvr>
  <p:hf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AF432-2B71-4A3F-A30D-D6724CEBA216}"/>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3" name="Footer Placeholder 2">
            <a:extLst>
              <a:ext uri="{FF2B5EF4-FFF2-40B4-BE49-F238E27FC236}">
                <a16:creationId xmlns:a16="http://schemas.microsoft.com/office/drawing/2014/main" id="{C5C904EA-4127-4F36-90CF-B9FF3A72F6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95845E-9991-4F3F-926F-F2A63C4AB000}"/>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1458540776"/>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33F7-ABE7-48DA-AFEA-6D646400A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32B5D0-B300-4ACA-B7A2-AEB493A7822F}"/>
              </a:ext>
            </a:extLst>
          </p:cNvPr>
          <p:cNvSpPr>
            <a:spLocks noGrp="1"/>
          </p:cNvSpPr>
          <p:nvPr>
            <p:ph idx="1"/>
          </p:nvPr>
        </p:nvSpPr>
        <p:spPr>
          <a:xfrm>
            <a:off x="5183188" y="987425"/>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531B25-D6B4-4DF3-8E58-B1831EF45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587F9-441A-4E86-8433-1E4D8053A82D}"/>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6" name="Footer Placeholder 5">
            <a:extLst>
              <a:ext uri="{FF2B5EF4-FFF2-40B4-BE49-F238E27FC236}">
                <a16:creationId xmlns:a16="http://schemas.microsoft.com/office/drawing/2014/main" id="{701679A2-F4B5-4323-8B72-D9927C601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389BC-0BDC-415D-A58D-BE72AFCF5943}"/>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1867102794"/>
      </p:ext>
    </p:extLst>
  </p:cSld>
  <p:clrMapOvr>
    <a:masterClrMapping/>
  </p:clrMapOvr>
  <p:hf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811E-42A1-4043-8B94-0CD01FA243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08870A-E9D5-4B14-80DB-E99A45176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E6BE29A-F586-4DAB-9C23-B6BE39272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CDA0BC-01B1-4738-A418-3B6B39628C8F}"/>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6" name="Footer Placeholder 5">
            <a:extLst>
              <a:ext uri="{FF2B5EF4-FFF2-40B4-BE49-F238E27FC236}">
                <a16:creationId xmlns:a16="http://schemas.microsoft.com/office/drawing/2014/main" id="{1A4DBA6E-D10C-4C34-911D-0CE7E6CD3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6F76EA-1FA3-42D6-8DE8-F28AB446F88E}"/>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3495935215"/>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6439-319A-4D9C-90DF-6104B7ECD7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71AE94-4079-4F44-9A74-D96D4C650E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229D1-786C-43A2-9D3D-5E8B0351F5EA}"/>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5" name="Footer Placeholder 4">
            <a:extLst>
              <a:ext uri="{FF2B5EF4-FFF2-40B4-BE49-F238E27FC236}">
                <a16:creationId xmlns:a16="http://schemas.microsoft.com/office/drawing/2014/main" id="{620BC3AC-F558-4B6F-A037-22D38E9A4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220537-F785-4337-AB55-D231B40197A2}"/>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1598756140"/>
      </p:ext>
    </p:extLst>
  </p:cSld>
  <p:clrMapOvr>
    <a:masterClrMapping/>
  </p:clrMapOvr>
  <p:hf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D1827-CF18-45B5-A2BC-79A3AF979E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2C547E-E3AE-43EC-B9AB-E440F11F94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5BD95-1B77-436B-8B30-61AE0EBCB4E2}"/>
              </a:ext>
            </a:extLst>
          </p:cNvPr>
          <p:cNvSpPr>
            <a:spLocks noGrp="1"/>
          </p:cNvSpPr>
          <p:nvPr>
            <p:ph type="dt" sz="half" idx="10"/>
          </p:nvPr>
        </p:nvSpPr>
        <p:spPr/>
        <p:txBody>
          <a:bodyPr/>
          <a:lstStyle/>
          <a:p>
            <a:fld id="{299370DF-2394-4A41-9DCB-C245069AE204}" type="datetime1">
              <a:rPr lang="en-US" smtClean="0"/>
              <a:t>01/05/2026</a:t>
            </a:fld>
            <a:endParaRPr lang="en-US"/>
          </a:p>
        </p:txBody>
      </p:sp>
      <p:sp>
        <p:nvSpPr>
          <p:cNvPr id="5" name="Footer Placeholder 4">
            <a:extLst>
              <a:ext uri="{FF2B5EF4-FFF2-40B4-BE49-F238E27FC236}">
                <a16:creationId xmlns:a16="http://schemas.microsoft.com/office/drawing/2014/main" id="{BCA07CC6-D1D3-41D8-B991-B78B1F33F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BB7F1-4304-4CC1-921F-DF3D7611469C}"/>
              </a:ext>
            </a:extLst>
          </p:cNvPr>
          <p:cNvSpPr>
            <a:spLocks noGrp="1"/>
          </p:cNvSpPr>
          <p:nvPr>
            <p:ph type="sldNum" sz="quarter" idx="12"/>
          </p:nvPr>
        </p:nvSpPr>
        <p:spPr>
          <a:xfrm>
            <a:off x="8610600" y="6356350"/>
            <a:ext cx="2743200" cy="365125"/>
          </a:xfrm>
          <a:prstGeom prst="rect">
            <a:avLst/>
          </a:prstGeom>
        </p:spPr>
        <p:txBody>
          <a:bodyPr/>
          <a:lstStyle/>
          <a:p>
            <a:fld id="{F320AD98-A807-4F86-8EE0-F42DFFFD8533}" type="slidenum">
              <a:rPr lang="en-US" smtClean="0"/>
              <a:pPr/>
              <a:t>‹#›</a:t>
            </a:fld>
            <a:endParaRPr lang="en-US"/>
          </a:p>
        </p:txBody>
      </p:sp>
    </p:spTree>
    <p:extLst>
      <p:ext uri="{BB962C8B-B14F-4D97-AF65-F5344CB8AC3E}">
        <p14:creationId xmlns:p14="http://schemas.microsoft.com/office/powerpoint/2010/main" val="2998852860"/>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70596-D17A-4265-9CAB-3A04EC670053}"/>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34F14DD-3C9A-462B-BD21-F0C5A359AF84}"/>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86885A-8D5A-4F30-BD5F-CAA08D49DB4C}"/>
              </a:ext>
            </a:extLst>
          </p:cNvPr>
          <p:cNvSpPr>
            <a:spLocks noGrp="1"/>
          </p:cNvSpPr>
          <p:nvPr>
            <p:ph type="dt" sz="half" idx="10"/>
          </p:nvPr>
        </p:nvSpPr>
        <p:spPr/>
        <p:txBody>
          <a:bodyPr/>
          <a:lstStyle/>
          <a:p>
            <a:fld id="{7503F8F4-DBC3-4D8A-BBA3-C75D20CE53C4}" type="datetime1">
              <a:rPr lang="en-US" smtClean="0"/>
              <a:t>01/05/2026</a:t>
            </a:fld>
            <a:endParaRPr lang="en-US"/>
          </a:p>
        </p:txBody>
      </p:sp>
      <p:sp>
        <p:nvSpPr>
          <p:cNvPr id="5" name="Footer Placeholder 4">
            <a:extLst>
              <a:ext uri="{FF2B5EF4-FFF2-40B4-BE49-F238E27FC236}">
                <a16:creationId xmlns:a16="http://schemas.microsoft.com/office/drawing/2014/main" id="{06F6FA9A-9FD2-49B8-9695-DCC4CD88D4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7DE16-4A6C-4BB8-ACBD-D6AB5CEDAA43}"/>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3861083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20BE-53E6-4A22-948A-F23525B49D2E}"/>
              </a:ext>
            </a:extLst>
          </p:cNvPr>
          <p:cNvSpPr>
            <a:spLocks noGrp="1"/>
          </p:cNvSpPr>
          <p:nvPr>
            <p:ph type="title"/>
          </p:nvPr>
        </p:nvSpPr>
        <p:spPr>
          <a:xfrm>
            <a:off x="838200" y="639336"/>
            <a:ext cx="9499333" cy="535531"/>
          </a:xfrm>
        </p:spPr>
        <p:txBody>
          <a:bodyPr>
            <a:spAutoFit/>
          </a:bodyPr>
          <a:lstStyle>
            <a:lvl1pPr>
              <a:defRPr sz="3200" b="1">
                <a:solidFill>
                  <a:srgbClr val="8B263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610643-9736-4C9E-823F-620FA5283EBC}"/>
              </a:ext>
            </a:extLst>
          </p:cNvPr>
          <p:cNvSpPr>
            <a:spLocks noGrp="1"/>
          </p:cNvSpPr>
          <p:nvPr>
            <p:ph idx="1"/>
          </p:nvPr>
        </p:nvSpPr>
        <p:spPr>
          <a:xfrm>
            <a:off x="838200" y="1276358"/>
            <a:ext cx="10515600" cy="2575320"/>
          </a:xfrm>
        </p:spPr>
        <p:txBody>
          <a:bodyPr>
            <a:spAutoFit/>
          </a:bodyPr>
          <a:lstStyle>
            <a:lvl1pPr>
              <a:lnSpc>
                <a:spcPct val="120000"/>
              </a:lnSpc>
              <a:spcBef>
                <a:spcPts val="0"/>
              </a:spcBef>
              <a:spcAft>
                <a:spcPts val="600"/>
              </a:spcAft>
              <a:defRPr sz="2400">
                <a:latin typeface="+mn-lt"/>
                <a:cs typeface="Arial" panose="020B0604020202020204" pitchFamily="34" charset="0"/>
              </a:defRPr>
            </a:lvl1pPr>
            <a:lvl2pPr>
              <a:lnSpc>
                <a:spcPct val="120000"/>
              </a:lnSpc>
              <a:spcBef>
                <a:spcPts val="0"/>
              </a:spcBef>
              <a:spcAft>
                <a:spcPts val="600"/>
              </a:spcAft>
              <a:defRPr sz="2400">
                <a:latin typeface="+mn-lt"/>
              </a:defRPr>
            </a:lvl2pPr>
            <a:lvl3pPr>
              <a:lnSpc>
                <a:spcPct val="120000"/>
              </a:lnSpc>
              <a:spcBef>
                <a:spcPts val="0"/>
              </a:spcBef>
              <a:spcAft>
                <a:spcPts val="600"/>
              </a:spcAft>
              <a:defRPr sz="2400"/>
            </a:lvl3pPr>
            <a:lvl4pPr>
              <a:lnSpc>
                <a:spcPct val="120000"/>
              </a:lnSpc>
              <a:spcBef>
                <a:spcPts val="0"/>
              </a:spcBef>
              <a:spcAft>
                <a:spcPts val="600"/>
              </a:spcAft>
              <a:defRPr sz="2400"/>
            </a:lvl4pPr>
            <a:lvl5pPr>
              <a:lnSpc>
                <a:spcPct val="120000"/>
              </a:lnSpc>
              <a:spcBef>
                <a:spcPts val="0"/>
              </a:spcBef>
              <a:spcAft>
                <a:spcPts val="600"/>
              </a:spcAft>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CFA50-0A8D-464F-8421-32588BB80885}"/>
              </a:ext>
            </a:extLst>
          </p:cNvPr>
          <p:cNvSpPr>
            <a:spLocks noGrp="1"/>
          </p:cNvSpPr>
          <p:nvPr>
            <p:ph type="dt" sz="half" idx="10"/>
          </p:nvPr>
        </p:nvSpPr>
        <p:spPr/>
        <p:txBody>
          <a:bodyPr/>
          <a:lstStyle/>
          <a:p>
            <a:fld id="{07807491-0D1B-4C1B-B3BF-9DA7FDD40134}" type="datetime1">
              <a:rPr lang="en-US" smtClean="0"/>
              <a:t>01/05/2026</a:t>
            </a:fld>
            <a:endParaRPr lang="en-US"/>
          </a:p>
        </p:txBody>
      </p:sp>
      <p:sp>
        <p:nvSpPr>
          <p:cNvPr id="5" name="Footer Placeholder 4">
            <a:extLst>
              <a:ext uri="{FF2B5EF4-FFF2-40B4-BE49-F238E27FC236}">
                <a16:creationId xmlns:a16="http://schemas.microsoft.com/office/drawing/2014/main" id="{CE76F542-1242-435D-8424-32F921675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DB7FC7-2046-4579-B4BD-3F262BAFFD2A}"/>
              </a:ext>
            </a:extLst>
          </p:cNvPr>
          <p:cNvSpPr>
            <a:spLocks noGrp="1"/>
          </p:cNvSpPr>
          <p:nvPr>
            <p:ph type="sldNum" sz="quarter" idx="12"/>
          </p:nvPr>
        </p:nvSpPr>
        <p:spPr>
          <a:xfrm>
            <a:off x="11353800" y="367681"/>
            <a:ext cx="613445" cy="400110"/>
          </a:xfrm>
          <a:prstGeom prst="rect">
            <a:avLst/>
          </a:prstGeom>
          <a:noFill/>
        </p:spPr>
        <p:txBody>
          <a:bodyPr wrap="square">
            <a:spAutoFit/>
          </a:bodyPr>
          <a:lstStyle>
            <a:lvl1pPr algn="ctr">
              <a:defRPr sz="2000" b="1" i="0">
                <a:solidFill>
                  <a:srgbClr val="2D1F93"/>
                </a:solidFill>
                <a:latin typeface="Arial" panose="020B0604020202020204" pitchFamily="34" charset="0"/>
                <a:cs typeface="Arial" panose="020B0604020202020204" pitchFamily="34" charset="0"/>
              </a:defRPr>
            </a:lvl1pPr>
          </a:lstStyle>
          <a:p>
            <a:fld id="{2DA3F93C-90D8-48AF-B48B-3DC28067CEF1}" type="slidenum">
              <a:rPr lang="en-US" smtClean="0"/>
              <a:t>‹#›</a:t>
            </a:fld>
            <a:endParaRPr lang="en-US"/>
          </a:p>
        </p:txBody>
      </p:sp>
    </p:spTree>
    <p:extLst>
      <p:ext uri="{BB962C8B-B14F-4D97-AF65-F5344CB8AC3E}">
        <p14:creationId xmlns:p14="http://schemas.microsoft.com/office/powerpoint/2010/main" val="2523101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BA05-7F06-4964-9441-11EA67CD8D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300EEC-CA40-4E8B-9619-8144F2C10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9481B4-B4FA-4B3A-9BC2-0468BB63A66B}"/>
              </a:ext>
            </a:extLst>
          </p:cNvPr>
          <p:cNvSpPr>
            <a:spLocks noGrp="1"/>
          </p:cNvSpPr>
          <p:nvPr>
            <p:ph type="dt" sz="half" idx="10"/>
          </p:nvPr>
        </p:nvSpPr>
        <p:spPr/>
        <p:txBody>
          <a:bodyPr/>
          <a:lstStyle/>
          <a:p>
            <a:fld id="{55BAABAF-386C-41CF-93F1-D6D2D6E65354}" type="datetime1">
              <a:rPr lang="en-US" smtClean="0"/>
              <a:t>01/05/2026</a:t>
            </a:fld>
            <a:endParaRPr lang="en-US"/>
          </a:p>
        </p:txBody>
      </p:sp>
      <p:sp>
        <p:nvSpPr>
          <p:cNvPr id="5" name="Footer Placeholder 4">
            <a:extLst>
              <a:ext uri="{FF2B5EF4-FFF2-40B4-BE49-F238E27FC236}">
                <a16:creationId xmlns:a16="http://schemas.microsoft.com/office/drawing/2014/main" id="{1835D27E-5A03-4DA5-B23B-702AE676A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C0BE0-BB2C-4B86-AFD1-8C933136DBEE}"/>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1037395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D90F-5C56-4EAC-A40C-98B3DE7939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BCA4E-2554-4005-9EB2-7909BAC898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C90030-FDB1-40A0-B661-499085CF98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C5788C-1D99-48C0-A510-C2238A78F8A5}"/>
              </a:ext>
            </a:extLst>
          </p:cNvPr>
          <p:cNvSpPr>
            <a:spLocks noGrp="1"/>
          </p:cNvSpPr>
          <p:nvPr>
            <p:ph type="dt" sz="half" idx="10"/>
          </p:nvPr>
        </p:nvSpPr>
        <p:spPr/>
        <p:txBody>
          <a:bodyPr/>
          <a:lstStyle/>
          <a:p>
            <a:fld id="{E9B45BCF-E005-453A-BAA6-CAF8CE38BCDF}" type="datetime1">
              <a:rPr lang="en-US" smtClean="0"/>
              <a:t>01/05/2026</a:t>
            </a:fld>
            <a:endParaRPr lang="en-US"/>
          </a:p>
        </p:txBody>
      </p:sp>
      <p:sp>
        <p:nvSpPr>
          <p:cNvPr id="6" name="Footer Placeholder 5">
            <a:extLst>
              <a:ext uri="{FF2B5EF4-FFF2-40B4-BE49-F238E27FC236}">
                <a16:creationId xmlns:a16="http://schemas.microsoft.com/office/drawing/2014/main" id="{3E16960F-393D-4607-85CA-458CE12372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E30FE-B749-4B5C-A7AE-9EB1F9720195}"/>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21350410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13E1-9B35-41BE-92C5-755823A3D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A0BD76-5A41-434D-AE4F-1644926FDB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1A1716-4861-400D-AA4A-0F672E8C08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F8D777-72CB-45C0-864A-81E3C08B02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53933A-FA4B-405E-AE3A-5CE8F133DC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7DDD3A-4037-4994-A0B1-362A6BF7B978}"/>
              </a:ext>
            </a:extLst>
          </p:cNvPr>
          <p:cNvSpPr>
            <a:spLocks noGrp="1"/>
          </p:cNvSpPr>
          <p:nvPr>
            <p:ph type="dt" sz="half" idx="10"/>
          </p:nvPr>
        </p:nvSpPr>
        <p:spPr/>
        <p:txBody>
          <a:bodyPr/>
          <a:lstStyle/>
          <a:p>
            <a:fld id="{E0B2055D-14D2-494E-A06F-109F4C02BFC4}" type="datetime1">
              <a:rPr lang="en-US" smtClean="0"/>
              <a:t>01/05/2026</a:t>
            </a:fld>
            <a:endParaRPr lang="en-US"/>
          </a:p>
        </p:txBody>
      </p:sp>
      <p:sp>
        <p:nvSpPr>
          <p:cNvPr id="8" name="Footer Placeholder 7">
            <a:extLst>
              <a:ext uri="{FF2B5EF4-FFF2-40B4-BE49-F238E27FC236}">
                <a16:creationId xmlns:a16="http://schemas.microsoft.com/office/drawing/2014/main" id="{ED1ECAB8-8FAE-4D82-904B-F1F04693D4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9575CA-FBB4-4DAC-8D58-3197159C47CA}"/>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29215474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6FF78-C8E5-4369-8527-7528C9F6DC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F729E6-66FB-48BB-86DB-7F71736621D2}"/>
              </a:ext>
            </a:extLst>
          </p:cNvPr>
          <p:cNvSpPr>
            <a:spLocks noGrp="1"/>
          </p:cNvSpPr>
          <p:nvPr>
            <p:ph type="dt" sz="half" idx="10"/>
          </p:nvPr>
        </p:nvSpPr>
        <p:spPr/>
        <p:txBody>
          <a:bodyPr/>
          <a:lstStyle/>
          <a:p>
            <a:fld id="{3329E8EE-E446-435B-81E8-0084E139055F}" type="datetime1">
              <a:rPr lang="en-US" smtClean="0"/>
              <a:t>01/05/2026</a:t>
            </a:fld>
            <a:endParaRPr lang="en-US"/>
          </a:p>
        </p:txBody>
      </p:sp>
      <p:sp>
        <p:nvSpPr>
          <p:cNvPr id="4" name="Footer Placeholder 3">
            <a:extLst>
              <a:ext uri="{FF2B5EF4-FFF2-40B4-BE49-F238E27FC236}">
                <a16:creationId xmlns:a16="http://schemas.microsoft.com/office/drawing/2014/main" id="{202ABBE8-E0F3-4482-92A7-163A8E5617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AE18EA-8668-476C-9240-600CB07014EC}"/>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32697513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AF432-2B71-4A3F-A30D-D6724CEBA216}"/>
              </a:ext>
            </a:extLst>
          </p:cNvPr>
          <p:cNvSpPr>
            <a:spLocks noGrp="1"/>
          </p:cNvSpPr>
          <p:nvPr>
            <p:ph type="dt" sz="half" idx="10"/>
          </p:nvPr>
        </p:nvSpPr>
        <p:spPr/>
        <p:txBody>
          <a:bodyPr/>
          <a:lstStyle/>
          <a:p>
            <a:fld id="{F7B71518-964E-4074-AB1B-C45A13D5D5FA}" type="datetime1">
              <a:rPr lang="en-US" smtClean="0"/>
              <a:t>01/05/2026</a:t>
            </a:fld>
            <a:endParaRPr lang="en-US"/>
          </a:p>
        </p:txBody>
      </p:sp>
      <p:sp>
        <p:nvSpPr>
          <p:cNvPr id="3" name="Footer Placeholder 2">
            <a:extLst>
              <a:ext uri="{FF2B5EF4-FFF2-40B4-BE49-F238E27FC236}">
                <a16:creationId xmlns:a16="http://schemas.microsoft.com/office/drawing/2014/main" id="{C5C904EA-4127-4F36-90CF-B9FF3A72F6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95845E-9991-4F3F-926F-F2A63C4AB000}"/>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4725789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33F7-ABE7-48DA-AFEA-6D646400A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32B5D0-B300-4ACA-B7A2-AEB493A7822F}"/>
              </a:ext>
            </a:extLst>
          </p:cNvPr>
          <p:cNvSpPr>
            <a:spLocks noGrp="1"/>
          </p:cNvSpPr>
          <p:nvPr>
            <p:ph idx="1"/>
          </p:nvPr>
        </p:nvSpPr>
        <p:spPr>
          <a:xfrm>
            <a:off x="5183188" y="987425"/>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531B25-D6B4-4DF3-8E58-B1831EF45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7587F9-441A-4E86-8433-1E4D8053A82D}"/>
              </a:ext>
            </a:extLst>
          </p:cNvPr>
          <p:cNvSpPr>
            <a:spLocks noGrp="1"/>
          </p:cNvSpPr>
          <p:nvPr>
            <p:ph type="dt" sz="half" idx="10"/>
          </p:nvPr>
        </p:nvSpPr>
        <p:spPr/>
        <p:txBody>
          <a:bodyPr/>
          <a:lstStyle/>
          <a:p>
            <a:fld id="{28A7EF02-FB89-4B11-8D2D-1172990BCE76}" type="datetime1">
              <a:rPr lang="en-US" smtClean="0"/>
              <a:t>01/05/2026</a:t>
            </a:fld>
            <a:endParaRPr lang="en-US"/>
          </a:p>
        </p:txBody>
      </p:sp>
      <p:sp>
        <p:nvSpPr>
          <p:cNvPr id="6" name="Footer Placeholder 5">
            <a:extLst>
              <a:ext uri="{FF2B5EF4-FFF2-40B4-BE49-F238E27FC236}">
                <a16:creationId xmlns:a16="http://schemas.microsoft.com/office/drawing/2014/main" id="{701679A2-F4B5-4323-8B72-D9927C601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389BC-0BDC-415D-A58D-BE72AFCF5943}"/>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31907204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8811E-42A1-4043-8B94-0CD01FA243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08870A-E9D5-4B14-80DB-E99A45176E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E6BE29A-F586-4DAB-9C23-B6BE39272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CDA0BC-01B1-4738-A418-3B6B39628C8F}"/>
              </a:ext>
            </a:extLst>
          </p:cNvPr>
          <p:cNvSpPr>
            <a:spLocks noGrp="1"/>
          </p:cNvSpPr>
          <p:nvPr>
            <p:ph type="dt" sz="half" idx="10"/>
          </p:nvPr>
        </p:nvSpPr>
        <p:spPr/>
        <p:txBody>
          <a:bodyPr/>
          <a:lstStyle/>
          <a:p>
            <a:fld id="{D7A17A21-F3CE-4806-B58E-4F5ED805F22F}" type="datetime1">
              <a:rPr lang="en-US" smtClean="0"/>
              <a:t>01/05/2026</a:t>
            </a:fld>
            <a:endParaRPr lang="en-US"/>
          </a:p>
        </p:txBody>
      </p:sp>
      <p:sp>
        <p:nvSpPr>
          <p:cNvPr id="6" name="Footer Placeholder 5">
            <a:extLst>
              <a:ext uri="{FF2B5EF4-FFF2-40B4-BE49-F238E27FC236}">
                <a16:creationId xmlns:a16="http://schemas.microsoft.com/office/drawing/2014/main" id="{1A4DBA6E-D10C-4C34-911D-0CE7E6CD3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6F76EA-1FA3-42D6-8DE8-F28AB446F88E}"/>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60511438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66439-319A-4D9C-90DF-6104B7ECD7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71AE94-4079-4F44-9A74-D96D4C650E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229D1-786C-43A2-9D3D-5E8B0351F5EA}"/>
              </a:ext>
            </a:extLst>
          </p:cNvPr>
          <p:cNvSpPr>
            <a:spLocks noGrp="1"/>
          </p:cNvSpPr>
          <p:nvPr>
            <p:ph type="dt" sz="half" idx="10"/>
          </p:nvPr>
        </p:nvSpPr>
        <p:spPr/>
        <p:txBody>
          <a:bodyPr/>
          <a:lstStyle/>
          <a:p>
            <a:fld id="{32719FF4-97FC-4A02-9E84-4A12EB7AA01D}" type="datetime1">
              <a:rPr lang="en-US" smtClean="0"/>
              <a:t>01/05/2026</a:t>
            </a:fld>
            <a:endParaRPr lang="en-US"/>
          </a:p>
        </p:txBody>
      </p:sp>
      <p:sp>
        <p:nvSpPr>
          <p:cNvPr id="5" name="Footer Placeholder 4">
            <a:extLst>
              <a:ext uri="{FF2B5EF4-FFF2-40B4-BE49-F238E27FC236}">
                <a16:creationId xmlns:a16="http://schemas.microsoft.com/office/drawing/2014/main" id="{620BC3AC-F558-4B6F-A037-22D38E9A4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220537-F785-4337-AB55-D231B40197A2}"/>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806966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D1827-CF18-45B5-A2BC-79A3AF979E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2C547E-E3AE-43EC-B9AB-E440F11F94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5BD95-1B77-436B-8B30-61AE0EBCB4E2}"/>
              </a:ext>
            </a:extLst>
          </p:cNvPr>
          <p:cNvSpPr>
            <a:spLocks noGrp="1"/>
          </p:cNvSpPr>
          <p:nvPr>
            <p:ph type="dt" sz="half" idx="10"/>
          </p:nvPr>
        </p:nvSpPr>
        <p:spPr/>
        <p:txBody>
          <a:bodyPr/>
          <a:lstStyle/>
          <a:p>
            <a:fld id="{83E13BAC-8B89-47DA-AB86-0B19E81992F1}" type="datetime1">
              <a:rPr lang="en-US" smtClean="0"/>
              <a:t>01/05/2026</a:t>
            </a:fld>
            <a:endParaRPr lang="en-US"/>
          </a:p>
        </p:txBody>
      </p:sp>
      <p:sp>
        <p:nvSpPr>
          <p:cNvPr id="5" name="Footer Placeholder 4">
            <a:extLst>
              <a:ext uri="{FF2B5EF4-FFF2-40B4-BE49-F238E27FC236}">
                <a16:creationId xmlns:a16="http://schemas.microsoft.com/office/drawing/2014/main" id="{BCA07CC6-D1D3-41D8-B991-B78B1F33F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BB7F1-4304-4CC1-921F-DF3D7611469C}"/>
              </a:ext>
            </a:extLst>
          </p:cNvPr>
          <p:cNvSpPr>
            <a:spLocks noGrp="1"/>
          </p:cNvSpPr>
          <p:nvPr>
            <p:ph type="sldNum" sz="quarter" idx="12"/>
          </p:nvPr>
        </p:nvSpPr>
        <p:spPr>
          <a:xfrm>
            <a:off x="8610600" y="6356350"/>
            <a:ext cx="2743200" cy="365125"/>
          </a:xfrm>
          <a:prstGeom prst="rect">
            <a:avLst/>
          </a:prstGeom>
        </p:spPr>
        <p:txBody>
          <a:bodyPr/>
          <a:lstStyle/>
          <a:p>
            <a:fld id="{2DA3F93C-90D8-48AF-B48B-3DC28067CEF1}" type="slidenum">
              <a:rPr lang="en-US" smtClean="0"/>
              <a:t>‹#›</a:t>
            </a:fld>
            <a:endParaRPr lang="en-US"/>
          </a:p>
        </p:txBody>
      </p:sp>
    </p:spTree>
    <p:extLst>
      <p:ext uri="{BB962C8B-B14F-4D97-AF65-F5344CB8AC3E}">
        <p14:creationId xmlns:p14="http://schemas.microsoft.com/office/powerpoint/2010/main" val="16157020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2.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microsoft.com/office/2007/relationships/hdphoto" Target="../media/hdphoto2.wdp"/></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3.pn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2.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6.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793" r:id="rId1"/>
    <p:sldLayoutId id="2147483655" r:id="rId2"/>
    <p:sldLayoutId id="2147483833" r:id="rId3"/>
  </p:sldLayoutIdLst>
  <p:hf hdr="0" ftr="0"/>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fld id="{299370DF-2394-4A41-9DCB-C245069AE204}" type="datetime1">
              <a:rPr lang="en-US" smtClean="0"/>
              <a:t>01/05/2026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Arial" panose="020B0604020202020204" pitchFamily="34" charset="0"/>
                <a:cs typeface="Arial" panose="020B0604020202020204" pitchFamily="34" charset="0"/>
              </a:defRPr>
            </a:lvl1pPr>
          </a:lstStyle>
          <a:p>
            <a:fld id="{F320AD98-A807-4F86-8EE0-F42DFFFD8533}" type="slidenum">
              <a:rPr lang="en-US" smtClean="0"/>
              <a:pPr/>
              <a:t>‹#›</a:t>
            </a:fld>
            <a:endParaRPr lang="en-US"/>
          </a:p>
        </p:txBody>
      </p:sp>
    </p:spTree>
    <p:extLst>
      <p:ext uri="{BB962C8B-B14F-4D97-AF65-F5344CB8AC3E}">
        <p14:creationId xmlns:p14="http://schemas.microsoft.com/office/powerpoint/2010/main" val="2135296605"/>
      </p:ext>
    </p:extLst>
  </p:cSld>
  <p:clrMap bg1="lt1" tx1="dk1" bg2="lt2" tx2="dk2" accent1="accent1" accent2="accent2" accent3="accent3" accent4="accent4" accent5="accent5" accent6="accent6" hlink="hlink" folHlink="folHlink"/>
  <p:sldLayoutIdLst>
    <p:sldLayoutId id="2147483820"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Lst>
  <p:hf hdr="0" ftr="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9972E0-7996-44CC-BD41-ED6C8482A28A}"/>
              </a:ext>
            </a:extLst>
          </p:cNvPr>
          <p:cNvSpPr>
            <a:spLocks noGrp="1"/>
          </p:cNvSpPr>
          <p:nvPr>
            <p:ph type="title"/>
          </p:nvPr>
        </p:nvSpPr>
        <p:spPr>
          <a:xfrm>
            <a:off x="838198" y="136525"/>
            <a:ext cx="11353801" cy="549275"/>
          </a:xfrm>
          <a:prstGeom prst="rect">
            <a:avLst/>
          </a:prstGeom>
        </p:spPr>
        <p:txBody>
          <a:bodyPr vert="horz" lIns="91440" tIns="45720" rIns="91440" bIns="45720" rtlCol="0" anchor="ctr">
            <a:normAutofit/>
          </a:bodyPr>
          <a:lstStyle/>
          <a:p>
            <a:r>
              <a:rPr lang="en-US" dirty="0"/>
              <a:t>Click to edit Master title style</a:t>
            </a:r>
            <a:endParaRPr lang="en-VN" dirty="0"/>
          </a:p>
        </p:txBody>
      </p:sp>
      <p:sp>
        <p:nvSpPr>
          <p:cNvPr id="3" name="Text Placeholder 2">
            <a:extLst>
              <a:ext uri="{FF2B5EF4-FFF2-40B4-BE49-F238E27FC236}">
                <a16:creationId xmlns:a16="http://schemas.microsoft.com/office/drawing/2014/main" id="{5AE400B6-0A3D-6CD3-9A21-26F1A4FB27E7}"/>
              </a:ext>
            </a:extLst>
          </p:cNvPr>
          <p:cNvSpPr>
            <a:spLocks noGrp="1"/>
          </p:cNvSpPr>
          <p:nvPr>
            <p:ph type="body" idx="1"/>
          </p:nvPr>
        </p:nvSpPr>
        <p:spPr>
          <a:xfrm>
            <a:off x="838200" y="912957"/>
            <a:ext cx="11353800" cy="526400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86DD94EF-E669-FB06-A60A-AEBA86E45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387843-4B64-164F-A2B3-2D877561EC23}" type="datetime1">
              <a:rPr lang="en-US" smtClean="0"/>
              <a:t>01/05/2026</a:t>
            </a:fld>
            <a:endParaRPr lang="en-VN"/>
          </a:p>
        </p:txBody>
      </p:sp>
      <p:sp>
        <p:nvSpPr>
          <p:cNvPr id="5" name="Footer Placeholder 4">
            <a:extLst>
              <a:ext uri="{FF2B5EF4-FFF2-40B4-BE49-F238E27FC236}">
                <a16:creationId xmlns:a16="http://schemas.microsoft.com/office/drawing/2014/main" id="{7E5A8083-15C5-FFBE-3B86-C23650230D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FCF450EC-DAB3-5D2A-C26D-FA49CB2956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7B4F14-4493-2F48-9F98-3CFED1C9AF03}" type="slidenum">
              <a:rPr lang="en-VN" smtClean="0"/>
              <a:t>‹#›</a:t>
            </a:fld>
            <a:endParaRPr lang="en-VN"/>
          </a:p>
        </p:txBody>
      </p:sp>
      <p:cxnSp>
        <p:nvCxnSpPr>
          <p:cNvPr id="7" name="Straight Connector 6">
            <a:extLst>
              <a:ext uri="{FF2B5EF4-FFF2-40B4-BE49-F238E27FC236}">
                <a16:creationId xmlns:a16="http://schemas.microsoft.com/office/drawing/2014/main" id="{67A51DEF-5CBB-51B2-0A88-ABF3DC8871B5}"/>
              </a:ext>
            </a:extLst>
          </p:cNvPr>
          <p:cNvCxnSpPr/>
          <p:nvPr userDrawn="1"/>
        </p:nvCxnSpPr>
        <p:spPr>
          <a:xfrm>
            <a:off x="471947" y="799378"/>
            <a:ext cx="11248103" cy="0"/>
          </a:xfrm>
          <a:prstGeom prst="line">
            <a:avLst/>
          </a:prstGeom>
          <a:ln w="28575">
            <a:solidFill>
              <a:schemeClr val="accent1">
                <a:alpha val="92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572003"/>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extLst>
              <a:ext uri="{BEBA8EAE-BF5A-486C-A8C5-ECC9F3942E4B}">
                <a14:imgProps xmlns:a14="http://schemas.microsoft.com/office/drawing/2010/main">
                  <a14:imgLayer r:embed="rId14">
                    <a14:imgEffect>
                      <a14:sharpenSoften amount="-25000"/>
                    </a14:imgEffect>
                    <a14:imgEffect>
                      <a14:colorTemperature colorTemp="4700"/>
                    </a14:imgEffect>
                    <a14:imgEffect>
                      <a14:saturation sat="200000"/>
                    </a14:imgEffect>
                    <a14:imgEffect>
                      <a14:brightnessContrast contrast="40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A9587-39AA-420D-9E3F-4F69BDE6DE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dirty="0"/>
              <a:t>Bấm để sửa kiểu tiêu đề Bản cái</a:t>
            </a:r>
            <a:endParaRPr lang="en-US" dirty="0"/>
          </a:p>
        </p:txBody>
      </p:sp>
      <p:sp>
        <p:nvSpPr>
          <p:cNvPr id="3" name="Text Placeholder 2">
            <a:extLst>
              <a:ext uri="{FF2B5EF4-FFF2-40B4-BE49-F238E27FC236}">
                <a16:creationId xmlns:a16="http://schemas.microsoft.com/office/drawing/2014/main" id="{67E4B50C-234C-4714-A9F3-C6C4014B23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Date Placeholder 3">
            <a:extLst>
              <a:ext uri="{FF2B5EF4-FFF2-40B4-BE49-F238E27FC236}">
                <a16:creationId xmlns:a16="http://schemas.microsoft.com/office/drawing/2014/main" id="{70CEDB52-51F5-4996-BA86-3100ADC6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AFA517-B88E-5041-B4FA-82A0B356BE9D}" type="datetime1">
              <a:rPr lang="en-US" smtClean="0"/>
              <a:t>01/05/2026</a:t>
            </a:fld>
            <a:endParaRPr lang="en-US"/>
          </a:p>
        </p:txBody>
      </p:sp>
      <p:sp>
        <p:nvSpPr>
          <p:cNvPr id="5" name="Footer Placeholder 4">
            <a:extLst>
              <a:ext uri="{FF2B5EF4-FFF2-40B4-BE49-F238E27FC236}">
                <a16:creationId xmlns:a16="http://schemas.microsoft.com/office/drawing/2014/main" id="{F5C8DAF9-C5A1-44C4-B0DB-B1E605539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B52815-DF4C-41C5-89A1-04A0E584FE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3F93C-90D8-48AF-B48B-3DC28067CEF1}" type="slidenum">
              <a:rPr lang="en-US" smtClean="0"/>
              <a:t>‹#›</a:t>
            </a:fld>
            <a:endParaRPr lang="en-US"/>
          </a:p>
        </p:txBody>
      </p:sp>
    </p:spTree>
    <p:extLst>
      <p:ext uri="{BB962C8B-B14F-4D97-AF65-F5344CB8AC3E}">
        <p14:creationId xmlns:p14="http://schemas.microsoft.com/office/powerpoint/2010/main" val="232734908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alphaModFix amt="15000"/>
            <a:lum/>
          </a:blip>
          <a:srcRect/>
          <a:stretch>
            <a:fillRect l="-21000" r="-2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A9587-39AA-420D-9E3F-4F69BDE6DE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Text Placeholder 2">
            <a:extLst>
              <a:ext uri="{FF2B5EF4-FFF2-40B4-BE49-F238E27FC236}">
                <a16:creationId xmlns:a16="http://schemas.microsoft.com/office/drawing/2014/main" id="{67E4B50C-234C-4714-A9F3-C6C4014B23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Date Placeholder 3">
            <a:extLst>
              <a:ext uri="{FF2B5EF4-FFF2-40B4-BE49-F238E27FC236}">
                <a16:creationId xmlns:a16="http://schemas.microsoft.com/office/drawing/2014/main" id="{70CEDB52-51F5-4996-BA86-3100ADC6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B539D3-2A75-45AB-A84C-BAFA5037830A}" type="datetime1">
              <a:rPr lang="en-US" smtClean="0"/>
              <a:t>01/05/2026</a:t>
            </a:fld>
            <a:endParaRPr lang="en-US"/>
          </a:p>
        </p:txBody>
      </p:sp>
      <p:sp>
        <p:nvSpPr>
          <p:cNvPr id="5" name="Footer Placeholder 4">
            <a:extLst>
              <a:ext uri="{FF2B5EF4-FFF2-40B4-BE49-F238E27FC236}">
                <a16:creationId xmlns:a16="http://schemas.microsoft.com/office/drawing/2014/main" id="{F5C8DAF9-C5A1-44C4-B0DB-B1E605539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B52815-DF4C-41C5-89A1-04A0E584FE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3F93C-90D8-48AF-B48B-3DC28067CEF1}" type="slidenum">
              <a:rPr lang="en-US" smtClean="0"/>
              <a:t>‹#›</a:t>
            </a:fld>
            <a:endParaRPr lang="en-US"/>
          </a:p>
        </p:txBody>
      </p:sp>
    </p:spTree>
    <p:extLst>
      <p:ext uri="{BB962C8B-B14F-4D97-AF65-F5344CB8AC3E}">
        <p14:creationId xmlns:p14="http://schemas.microsoft.com/office/powerpoint/2010/main" val="197188724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extLst>
              <a:ext uri="{BEBA8EAE-BF5A-486C-A8C5-ECC9F3942E4B}">
                <a14:imgProps xmlns:a14="http://schemas.microsoft.com/office/drawing/2010/main">
                  <a14:imgLayer r:embed="rId14">
                    <a14:imgEffect>
                      <a14:sharpenSoften amount="-25000"/>
                    </a14:imgEffect>
                    <a14:imgEffect>
                      <a14:colorTemperature colorTemp="4700"/>
                    </a14:imgEffect>
                    <a14:imgEffect>
                      <a14:saturation sat="200000"/>
                    </a14:imgEffect>
                    <a14:imgEffect>
                      <a14:brightnessContrast contrast="40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CA9587-39AA-420D-9E3F-4F69BDE6DE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Text Placeholder 2">
            <a:extLst>
              <a:ext uri="{FF2B5EF4-FFF2-40B4-BE49-F238E27FC236}">
                <a16:creationId xmlns:a16="http://schemas.microsoft.com/office/drawing/2014/main" id="{67E4B50C-234C-4714-A9F3-C6C4014B23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Date Placeholder 3">
            <a:extLst>
              <a:ext uri="{FF2B5EF4-FFF2-40B4-BE49-F238E27FC236}">
                <a16:creationId xmlns:a16="http://schemas.microsoft.com/office/drawing/2014/main" id="{70CEDB52-51F5-4996-BA86-3100ADC6D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EE7108-1F60-47C5-B306-CB0B594FB7FB}" type="datetime1">
              <a:rPr lang="en-US" smtClean="0"/>
              <a:t>01/05/2026</a:t>
            </a:fld>
            <a:endParaRPr lang="en-US"/>
          </a:p>
        </p:txBody>
      </p:sp>
      <p:sp>
        <p:nvSpPr>
          <p:cNvPr id="5" name="Footer Placeholder 4">
            <a:extLst>
              <a:ext uri="{FF2B5EF4-FFF2-40B4-BE49-F238E27FC236}">
                <a16:creationId xmlns:a16="http://schemas.microsoft.com/office/drawing/2014/main" id="{F5C8DAF9-C5A1-44C4-B0DB-B1E605539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B52815-DF4C-41C5-89A1-04A0E584FE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3F93C-90D8-48AF-B48B-3DC28067CEF1}" type="slidenum">
              <a:rPr lang="en-US" smtClean="0"/>
              <a:t>‹#›</a:t>
            </a:fld>
            <a:endParaRPr lang="en-US"/>
          </a:p>
        </p:txBody>
      </p:sp>
    </p:spTree>
    <p:extLst>
      <p:ext uri="{BB962C8B-B14F-4D97-AF65-F5344CB8AC3E}">
        <p14:creationId xmlns:p14="http://schemas.microsoft.com/office/powerpoint/2010/main" val="29290844"/>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6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19.jpeg"/><Relationship Id="rId5" Type="http://schemas.openxmlformats.org/officeDocument/2006/relationships/image" Target="../media/image14.png"/><Relationship Id="rId10" Type="http://schemas.openxmlformats.org/officeDocument/2006/relationships/hyperlink" Target="https://chatbot.page/6nkINw" TargetMode="External"/><Relationship Id="rId4" Type="http://schemas.openxmlformats.org/officeDocument/2006/relationships/image" Target="../media/image13.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1drv.ms/w/c/1f269d16e2b53805/IQBmW5_uo-fLTb4VYyJ12DVlAZsi3b3Gu76d2XFFGFwny30?e=NT1d4O"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94A040-8A53-EE73-677F-024C457F29C3}"/>
              </a:ext>
            </a:extLst>
          </p:cNvPr>
          <p:cNvSpPr txBox="1">
            <a:spLocks/>
          </p:cNvSpPr>
          <p:nvPr/>
        </p:nvSpPr>
        <p:spPr>
          <a:xfrm>
            <a:off x="0" y="948958"/>
            <a:ext cx="12192000" cy="4960083"/>
          </a:xfrm>
          <a:prstGeom prst="rect">
            <a:avLst/>
          </a:prstGeom>
        </p:spPr>
        <p:txBody>
          <a:bodyPr vert="horz" lIns="91440" tIns="45720" rIns="91440" bIns="4572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pPr>
            <a:r>
              <a:rPr lang="en-US" sz="4000" b="1" dirty="0" err="1">
                <a:solidFill>
                  <a:schemeClr val="accent1">
                    <a:lumMod val="50000"/>
                  </a:schemeClr>
                </a:solidFill>
                <a:latin typeface="Arial" panose="020B0604020202020204" pitchFamily="34" charset="0"/>
                <a:cs typeface="Arial" panose="020B0604020202020204" pitchFamily="34" charset="0"/>
              </a:rPr>
              <a:t>Nhập</a:t>
            </a:r>
            <a:r>
              <a:rPr lang="en-US" sz="4000" b="1" dirty="0">
                <a:solidFill>
                  <a:schemeClr val="accent1">
                    <a:lumMod val="50000"/>
                  </a:schemeClr>
                </a:solidFill>
                <a:latin typeface="Arial" panose="020B0604020202020204" pitchFamily="34" charset="0"/>
                <a:cs typeface="Arial" panose="020B0604020202020204" pitchFamily="34" charset="0"/>
              </a:rPr>
              <a:t> </a:t>
            </a:r>
            <a:r>
              <a:rPr lang="en-US" sz="4000" b="1" dirty="0" err="1">
                <a:solidFill>
                  <a:schemeClr val="accent1">
                    <a:lumMod val="50000"/>
                  </a:schemeClr>
                </a:solidFill>
                <a:latin typeface="Arial" panose="020B0604020202020204" pitchFamily="34" charset="0"/>
                <a:cs typeface="Arial" panose="020B0604020202020204" pitchFamily="34" charset="0"/>
              </a:rPr>
              <a:t>liệu</a:t>
            </a:r>
            <a:r>
              <a:rPr lang="vi-VN" sz="4000" b="1" dirty="0">
                <a:solidFill>
                  <a:schemeClr val="accent1">
                    <a:lumMod val="50000"/>
                  </a:schemeClr>
                </a:solidFill>
                <a:latin typeface="Arial" panose="020B0604020202020204" pitchFamily="34" charset="0"/>
                <a:cs typeface="Arial" panose="020B0604020202020204" pitchFamily="34" charset="0"/>
              </a:rPr>
              <a:t> và lưu trữ dữ liệu</a:t>
            </a:r>
            <a:endParaRPr lang="en-US" sz="4000" b="1" dirty="0">
              <a:solidFill>
                <a:schemeClr val="accent1">
                  <a:lumMod val="50000"/>
                </a:schemeClr>
              </a:solidFill>
              <a:latin typeface="Arial" panose="020B0604020202020204" pitchFamily="34" charset="0"/>
              <a:cs typeface="Arial" panose="020B0604020202020204" pitchFamily="34" charset="0"/>
            </a:endParaRPr>
          </a:p>
          <a:p>
            <a:pPr>
              <a:lnSpc>
                <a:spcPct val="100000"/>
              </a:lnSpc>
            </a:pPr>
            <a:r>
              <a:rPr lang="vi-VN" sz="4000" b="1" dirty="0">
                <a:solidFill>
                  <a:schemeClr val="accent1">
                    <a:lumMod val="50000"/>
                  </a:schemeClr>
                </a:solidFill>
                <a:latin typeface="Arial" panose="020B0604020202020204" pitchFamily="34" charset="0"/>
                <a:cs typeface="Arial" panose="020B0604020202020204" pitchFamily="34" charset="0"/>
              </a:rPr>
              <a:t>trong nghiên cứu khoa học </a:t>
            </a:r>
            <a:r>
              <a:rPr lang="en-US" sz="4000" b="1" dirty="0">
                <a:solidFill>
                  <a:schemeClr val="accent1">
                    <a:lumMod val="50000"/>
                  </a:schemeClr>
                </a:solidFill>
                <a:latin typeface="Arial" panose="020B0604020202020204" pitchFamily="34" charset="0"/>
                <a:cs typeface="Arial" panose="020B0604020202020204" pitchFamily="34" charset="0"/>
              </a:rPr>
              <a:t>(</a:t>
            </a:r>
            <a:r>
              <a:rPr lang="vi-VN" sz="4000" b="1" dirty="0">
                <a:solidFill>
                  <a:schemeClr val="accent1">
                    <a:lumMod val="50000"/>
                  </a:schemeClr>
                </a:solidFill>
                <a:latin typeface="Arial" panose="020B0604020202020204" pitchFamily="34" charset="0"/>
                <a:cs typeface="Arial" panose="020B0604020202020204" pitchFamily="34" charset="0"/>
              </a:rPr>
              <a:t>y </a:t>
            </a:r>
            <a:r>
              <a:rPr lang="en-US" sz="4000" b="1" dirty="0" err="1">
                <a:solidFill>
                  <a:schemeClr val="accent1">
                    <a:lumMod val="50000"/>
                  </a:schemeClr>
                </a:solidFill>
                <a:latin typeface="Arial" panose="020B0604020202020204" pitchFamily="34" charset="0"/>
                <a:cs typeface="Arial" panose="020B0604020202020204" pitchFamily="34" charset="0"/>
              </a:rPr>
              <a:t>học</a:t>
            </a:r>
            <a:r>
              <a:rPr lang="en-US" sz="4000" b="1" dirty="0">
                <a:solidFill>
                  <a:schemeClr val="accent1">
                    <a:lumMod val="50000"/>
                  </a:schemeClr>
                </a:solidFill>
                <a:latin typeface="Arial" panose="020B0604020202020204" pitchFamily="34" charset="0"/>
                <a:cs typeface="Arial" panose="020B0604020202020204" pitchFamily="34" charset="0"/>
              </a:rPr>
              <a:t>)</a:t>
            </a:r>
            <a:endParaRPr lang="en-US" sz="2400" b="1" i="1" dirty="0">
              <a:solidFill>
                <a:schemeClr val="accent1">
                  <a:lumMod val="50000"/>
                </a:schemeClr>
              </a:solidFill>
              <a:latin typeface="Arial" panose="020B0604020202020204" pitchFamily="34" charset="0"/>
              <a:cs typeface="Arial" panose="020B0604020202020204" pitchFamily="34" charset="0"/>
            </a:endParaRPr>
          </a:p>
          <a:p>
            <a:pPr>
              <a:lnSpc>
                <a:spcPct val="100000"/>
              </a:lnSpc>
            </a:pPr>
            <a:endParaRPr lang="en-US" sz="2400" b="1" i="1" dirty="0">
              <a:solidFill>
                <a:schemeClr val="accent1">
                  <a:lumMod val="50000"/>
                </a:schemeClr>
              </a:solidFill>
              <a:latin typeface="Arial" panose="020B0604020202020204" pitchFamily="34" charset="0"/>
              <a:cs typeface="Arial" panose="020B0604020202020204" pitchFamily="34" charset="0"/>
            </a:endParaRPr>
          </a:p>
          <a:p>
            <a:pPr>
              <a:lnSpc>
                <a:spcPct val="100000"/>
              </a:lnSpc>
            </a:pPr>
            <a:r>
              <a:rPr lang="en-US" sz="2400" dirty="0">
                <a:solidFill>
                  <a:schemeClr val="accent1">
                    <a:lumMod val="50000"/>
                  </a:schemeClr>
                </a:solidFill>
                <a:latin typeface="Arial" panose="020B0604020202020204" pitchFamily="34" charset="0"/>
                <a:cs typeface="Arial" panose="020B0604020202020204" pitchFamily="34" charset="0"/>
              </a:rPr>
              <a:t>TS. Lưu Phúc Lợi,</a:t>
            </a:r>
          </a:p>
          <a:p>
            <a:pPr>
              <a:lnSpc>
                <a:spcPct val="100000"/>
              </a:lnSpc>
            </a:pPr>
            <a:r>
              <a:rPr lang="en-US" sz="2400" dirty="0" err="1">
                <a:solidFill>
                  <a:schemeClr val="accent1">
                    <a:lumMod val="50000"/>
                  </a:schemeClr>
                </a:solidFill>
                <a:latin typeface="Arial" panose="020B0604020202020204" pitchFamily="34" charset="0"/>
                <a:cs typeface="Arial" panose="020B0604020202020204" pitchFamily="34" charset="0"/>
              </a:rPr>
              <a:t>Trưởng</a:t>
            </a:r>
            <a:r>
              <a:rPr lang="en-US" sz="2400" dirty="0">
                <a:solidFill>
                  <a:schemeClr val="accent1">
                    <a:lumMod val="50000"/>
                  </a:schemeClr>
                </a:solidFill>
                <a:latin typeface="Arial" panose="020B0604020202020204" pitchFamily="34" charset="0"/>
                <a:cs typeface="Arial" panose="020B0604020202020204" pitchFamily="34" charset="0"/>
              </a:rPr>
              <a:t> </a:t>
            </a:r>
            <a:r>
              <a:rPr lang="en-US" sz="2400" dirty="0" err="1">
                <a:solidFill>
                  <a:schemeClr val="accent1">
                    <a:lumMod val="50000"/>
                  </a:schemeClr>
                </a:solidFill>
                <a:latin typeface="Arial" panose="020B0604020202020204" pitchFamily="34" charset="0"/>
                <a:cs typeface="Arial" panose="020B0604020202020204" pitchFamily="34" charset="0"/>
              </a:rPr>
              <a:t>Phòng</a:t>
            </a:r>
            <a:r>
              <a:rPr lang="en-US" sz="2400" dirty="0">
                <a:solidFill>
                  <a:schemeClr val="accent1">
                    <a:lumMod val="50000"/>
                  </a:schemeClr>
                </a:solidFill>
                <a:latin typeface="Arial" panose="020B0604020202020204" pitchFamily="34" charset="0"/>
                <a:cs typeface="Arial" panose="020B0604020202020204" pitchFamily="34" charset="0"/>
              </a:rPr>
              <a:t> </a:t>
            </a:r>
            <a:r>
              <a:rPr lang="en-US" sz="2400" dirty="0" err="1">
                <a:solidFill>
                  <a:schemeClr val="accent1">
                    <a:lumMod val="50000"/>
                  </a:schemeClr>
                </a:solidFill>
                <a:latin typeface="Arial" panose="020B0604020202020204" pitchFamily="34" charset="0"/>
                <a:cs typeface="Arial" panose="020B0604020202020204" pitchFamily="34" charset="0"/>
              </a:rPr>
              <a:t>Nghiên</a:t>
            </a:r>
            <a:r>
              <a:rPr lang="en-US" sz="2400" dirty="0">
                <a:solidFill>
                  <a:schemeClr val="accent1">
                    <a:lumMod val="50000"/>
                  </a:schemeClr>
                </a:solidFill>
                <a:latin typeface="Arial" panose="020B0604020202020204" pitchFamily="34" charset="0"/>
                <a:cs typeface="Arial" panose="020B0604020202020204" pitchFamily="34" charset="0"/>
              </a:rPr>
              <a:t> </a:t>
            </a:r>
            <a:r>
              <a:rPr lang="en-US" sz="2400" dirty="0" err="1">
                <a:solidFill>
                  <a:schemeClr val="accent1">
                    <a:lumMod val="50000"/>
                  </a:schemeClr>
                </a:solidFill>
                <a:latin typeface="Arial" panose="020B0604020202020204" pitchFamily="34" charset="0"/>
                <a:cs typeface="Arial" panose="020B0604020202020204" pitchFamily="34" charset="0"/>
              </a:rPr>
              <a:t>cứu</a:t>
            </a:r>
            <a:r>
              <a:rPr lang="en-US" sz="2400" dirty="0">
                <a:solidFill>
                  <a:schemeClr val="accent1">
                    <a:lumMod val="50000"/>
                  </a:schemeClr>
                </a:solidFill>
                <a:latin typeface="Arial" panose="020B0604020202020204" pitchFamily="34" charset="0"/>
                <a:cs typeface="Arial" panose="020B0604020202020204" pitchFamily="34" charset="0"/>
              </a:rPr>
              <a:t> khoa </a:t>
            </a:r>
            <a:r>
              <a:rPr lang="en-US" sz="2400" dirty="0" err="1">
                <a:solidFill>
                  <a:schemeClr val="accent1">
                    <a:lumMod val="50000"/>
                  </a:schemeClr>
                </a:solidFill>
                <a:latin typeface="Arial" panose="020B0604020202020204" pitchFamily="34" charset="0"/>
                <a:cs typeface="Arial" panose="020B0604020202020204" pitchFamily="34" charset="0"/>
              </a:rPr>
              <a:t>học</a:t>
            </a:r>
            <a:r>
              <a:rPr lang="en-US" sz="2400" dirty="0">
                <a:solidFill>
                  <a:schemeClr val="accent1">
                    <a:lumMod val="50000"/>
                  </a:schemeClr>
                </a:solidFill>
                <a:latin typeface="Arial" panose="020B0604020202020204" pitchFamily="34" charset="0"/>
                <a:cs typeface="Arial" panose="020B0604020202020204" pitchFamily="34" charset="0"/>
              </a:rPr>
              <a:t>, Viện Ariha</a:t>
            </a:r>
          </a:p>
          <a:p>
            <a:pPr>
              <a:lnSpc>
                <a:spcPct val="100000"/>
              </a:lnSpc>
            </a:pPr>
            <a:r>
              <a:rPr lang="en-US" sz="2400" dirty="0" err="1">
                <a:solidFill>
                  <a:schemeClr val="accent1">
                    <a:lumMod val="50000"/>
                  </a:schemeClr>
                </a:solidFill>
                <a:latin typeface="Arial" panose="020B0604020202020204" pitchFamily="34" charset="0"/>
                <a:cs typeface="Arial" panose="020B0604020202020204" pitchFamily="34" charset="0"/>
              </a:rPr>
              <a:t>Bệnh</a:t>
            </a:r>
            <a:r>
              <a:rPr lang="en-US" sz="2400" dirty="0">
                <a:solidFill>
                  <a:schemeClr val="accent1">
                    <a:lumMod val="50000"/>
                  </a:schemeClr>
                </a:solidFill>
                <a:latin typeface="Arial" panose="020B0604020202020204" pitchFamily="34" charset="0"/>
                <a:cs typeface="Arial" panose="020B0604020202020204" pitchFamily="34" charset="0"/>
              </a:rPr>
              <a:t> </a:t>
            </a:r>
            <a:r>
              <a:rPr lang="en-US" sz="2400" dirty="0" err="1">
                <a:solidFill>
                  <a:schemeClr val="accent1">
                    <a:lumMod val="50000"/>
                  </a:schemeClr>
                </a:solidFill>
                <a:latin typeface="Arial" panose="020B0604020202020204" pitchFamily="34" charset="0"/>
                <a:cs typeface="Arial" panose="020B0604020202020204" pitchFamily="34" charset="0"/>
              </a:rPr>
              <a:t>viện</a:t>
            </a:r>
            <a:r>
              <a:rPr lang="en-US" sz="2400" dirty="0">
                <a:solidFill>
                  <a:schemeClr val="accent1">
                    <a:lumMod val="50000"/>
                  </a:schemeClr>
                </a:solidFill>
                <a:latin typeface="Arial" panose="020B0604020202020204" pitchFamily="34" charset="0"/>
                <a:cs typeface="Arial" panose="020B0604020202020204" pitchFamily="34" charset="0"/>
              </a:rPr>
              <a:t> </a:t>
            </a:r>
            <a:r>
              <a:rPr lang="en-US" sz="2400" dirty="0" err="1">
                <a:solidFill>
                  <a:schemeClr val="accent1">
                    <a:lumMod val="50000"/>
                  </a:schemeClr>
                </a:solidFill>
                <a:latin typeface="Arial" panose="020B0604020202020204" pitchFamily="34" charset="0"/>
                <a:cs typeface="Arial" panose="020B0604020202020204" pitchFamily="34" charset="0"/>
              </a:rPr>
              <a:t>Thống</a:t>
            </a:r>
            <a:r>
              <a:rPr lang="en-US" sz="2400" dirty="0">
                <a:solidFill>
                  <a:schemeClr val="accent1">
                    <a:lumMod val="50000"/>
                  </a:schemeClr>
                </a:solidFill>
                <a:latin typeface="Arial" panose="020B0604020202020204" pitchFamily="34" charset="0"/>
                <a:cs typeface="Arial" panose="020B0604020202020204" pitchFamily="34" charset="0"/>
              </a:rPr>
              <a:t> Nhất</a:t>
            </a:r>
          </a:p>
        </p:txBody>
      </p:sp>
    </p:spTree>
    <p:extLst>
      <p:ext uri="{BB962C8B-B14F-4D97-AF65-F5344CB8AC3E}">
        <p14:creationId xmlns:p14="http://schemas.microsoft.com/office/powerpoint/2010/main" val="3740622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D8DDE5-5D78-B979-D431-72D4D6E4E2F5}"/>
              </a:ext>
            </a:extLst>
          </p:cNvPr>
          <p:cNvSpPr/>
          <p:nvPr/>
        </p:nvSpPr>
        <p:spPr>
          <a:xfrm>
            <a:off x="263238" y="102260"/>
            <a:ext cx="11928762" cy="2893100"/>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Tầm quan trọng của dữ liệu trong nghiên cứu</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Dữ liệu là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căn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cứ</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để giải đáp các vấn đề y học phức tạp, từ việc hiểu rõ cơ chế bệnh sinh đến phát triển phương pháp điều trị mới</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Nó định hình cách chúng ta tiếp cận và cải thiện dịch vụ chăm sóc sức khỏe cho cộng đồng</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Thu thập dữ liệu chính xác, đầy đủ và đáng tin cậy là yếu tố then chốt, không chỉ giúp nâng cao chất lượng nghiên cứu mà còn đảm bảo kết quả điều trị tối ưu cho bệnh nhân</a:t>
            </a:r>
          </a:p>
        </p:txBody>
      </p:sp>
    </p:spTree>
    <p:extLst>
      <p:ext uri="{BB962C8B-B14F-4D97-AF65-F5344CB8AC3E}">
        <p14:creationId xmlns:p14="http://schemas.microsoft.com/office/powerpoint/2010/main" val="3668212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1328-1331-D8EF-AD13-EAF0CFC7943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C48C936-2D4C-B279-FA3B-C753B7330DB8}"/>
              </a:ext>
            </a:extLst>
          </p:cNvPr>
          <p:cNvSpPr/>
          <p:nvPr/>
        </p:nvSpPr>
        <p:spPr>
          <a:xfrm>
            <a:off x="263238" y="102260"/>
            <a:ext cx="11928762" cy="2000548"/>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loại dữ liệu thường thu thập</a:t>
            </a:r>
            <a:endPar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trong nghiên cứu y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học</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vi-VN"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pic>
        <p:nvPicPr>
          <p:cNvPr id="2" name="Image 0" descr="preencoded.png">
            <a:extLst>
              <a:ext uri="{FF2B5EF4-FFF2-40B4-BE49-F238E27FC236}">
                <a16:creationId xmlns:a16="http://schemas.microsoft.com/office/drawing/2014/main" id="{64B32BD4-8711-3969-0A2C-CB501A8D03A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4264" y="1914250"/>
            <a:ext cx="598408" cy="598408"/>
          </a:xfrm>
          <a:prstGeom prst="rect">
            <a:avLst/>
          </a:prstGeom>
        </p:spPr>
      </p:pic>
      <p:sp>
        <p:nvSpPr>
          <p:cNvPr id="3" name="Text 1">
            <a:extLst>
              <a:ext uri="{FF2B5EF4-FFF2-40B4-BE49-F238E27FC236}">
                <a16:creationId xmlns:a16="http://schemas.microsoft.com/office/drawing/2014/main" id="{523CF9C7-567D-025D-84B3-659812F46B8D}"/>
              </a:ext>
            </a:extLst>
          </p:cNvPr>
          <p:cNvSpPr/>
          <p:nvPr/>
        </p:nvSpPr>
        <p:spPr>
          <a:xfrm>
            <a:off x="454264" y="281186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ea typeface="Red Hat Text" pitchFamily="34" charset="-122"/>
                <a:cs typeface="Red Hat Text" pitchFamily="34" charset="-120"/>
              </a:rPr>
              <a:t>Thông tin cá nhân</a:t>
            </a:r>
            <a:endParaRPr lang="en-US" sz="2200" dirty="0"/>
          </a:p>
        </p:txBody>
      </p:sp>
      <p:sp>
        <p:nvSpPr>
          <p:cNvPr id="4" name="Text 2">
            <a:extLst>
              <a:ext uri="{FF2B5EF4-FFF2-40B4-BE49-F238E27FC236}">
                <a16:creationId xmlns:a16="http://schemas.microsoft.com/office/drawing/2014/main" id="{1B7801C1-882D-91DD-5938-C55A39E5DBDD}"/>
              </a:ext>
            </a:extLst>
          </p:cNvPr>
          <p:cNvSpPr/>
          <p:nvPr/>
        </p:nvSpPr>
        <p:spPr>
          <a:xfrm>
            <a:off x="454264" y="3307401"/>
            <a:ext cx="4118848" cy="1149072"/>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ea typeface="Roboto Light" pitchFamily="34" charset="-122"/>
                <a:cs typeface="Roboto Light" pitchFamily="34" charset="-120"/>
              </a:rPr>
              <a:t>Tuổi, giới tính, địa chỉ, tiền sử bệnh lý, thói quen sinh hoạt và các yếu tố nhân khẩu học khác.</a:t>
            </a:r>
            <a:endParaRPr lang="en-US" sz="1850" dirty="0"/>
          </a:p>
        </p:txBody>
      </p:sp>
      <p:pic>
        <p:nvPicPr>
          <p:cNvPr id="5" name="Image 1" descr="preencoded.png">
            <a:extLst>
              <a:ext uri="{FF2B5EF4-FFF2-40B4-BE49-F238E27FC236}">
                <a16:creationId xmlns:a16="http://schemas.microsoft.com/office/drawing/2014/main" id="{85A7F1A6-07C8-A1A8-D3A5-E6900831D6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33789" y="1914250"/>
            <a:ext cx="598408" cy="598408"/>
          </a:xfrm>
          <a:prstGeom prst="rect">
            <a:avLst/>
          </a:prstGeom>
        </p:spPr>
      </p:pic>
      <p:sp>
        <p:nvSpPr>
          <p:cNvPr id="6" name="Text 3">
            <a:extLst>
              <a:ext uri="{FF2B5EF4-FFF2-40B4-BE49-F238E27FC236}">
                <a16:creationId xmlns:a16="http://schemas.microsoft.com/office/drawing/2014/main" id="{95AD5243-9522-B18B-5D55-71328C2644EA}"/>
              </a:ext>
            </a:extLst>
          </p:cNvPr>
          <p:cNvSpPr/>
          <p:nvPr/>
        </p:nvSpPr>
        <p:spPr>
          <a:xfrm>
            <a:off x="4833789" y="281186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ea typeface="Red Hat Text" pitchFamily="34" charset="-122"/>
                <a:cs typeface="Red Hat Text" pitchFamily="34" charset="-120"/>
              </a:rPr>
              <a:t>Dữ liệu lâm sàng</a:t>
            </a:r>
            <a:endParaRPr lang="en-US" sz="2200" dirty="0"/>
          </a:p>
        </p:txBody>
      </p:sp>
      <p:sp>
        <p:nvSpPr>
          <p:cNvPr id="7" name="Text 4">
            <a:extLst>
              <a:ext uri="{FF2B5EF4-FFF2-40B4-BE49-F238E27FC236}">
                <a16:creationId xmlns:a16="http://schemas.microsoft.com/office/drawing/2014/main" id="{3EA2A3E4-AEAB-73BA-92BA-AF0334F7BDEC}"/>
              </a:ext>
            </a:extLst>
          </p:cNvPr>
          <p:cNvSpPr/>
          <p:nvPr/>
        </p:nvSpPr>
        <p:spPr>
          <a:xfrm>
            <a:off x="4833789" y="3307401"/>
            <a:ext cx="3490019" cy="1532096"/>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ea typeface="Roboto Light" pitchFamily="34" charset="-122"/>
                <a:cs typeface="Roboto Light" pitchFamily="34" charset="-120"/>
              </a:rPr>
              <a:t>Kết quả xét nghiệm máu, nước tiểu, chẩn đoán hình ảnh (MRI, X-quang, CT-scan), dữ liệu sinh hiệu và hồ sơ bệnh án chi tiết.</a:t>
            </a:r>
            <a:endParaRPr lang="en-US" sz="1850" dirty="0"/>
          </a:p>
        </p:txBody>
      </p:sp>
      <p:pic>
        <p:nvPicPr>
          <p:cNvPr id="8" name="Image 2" descr="preencoded.png">
            <a:extLst>
              <a:ext uri="{FF2B5EF4-FFF2-40B4-BE49-F238E27FC236}">
                <a16:creationId xmlns:a16="http://schemas.microsoft.com/office/drawing/2014/main" id="{640E640B-655F-9748-0D88-83E7508FFDF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84486" y="1914250"/>
            <a:ext cx="598408" cy="598408"/>
          </a:xfrm>
          <a:prstGeom prst="rect">
            <a:avLst/>
          </a:prstGeom>
        </p:spPr>
      </p:pic>
      <p:sp>
        <p:nvSpPr>
          <p:cNvPr id="9" name="Text 5">
            <a:extLst>
              <a:ext uri="{FF2B5EF4-FFF2-40B4-BE49-F238E27FC236}">
                <a16:creationId xmlns:a16="http://schemas.microsoft.com/office/drawing/2014/main" id="{7C5B81C2-3198-860A-35F6-5F726D75A350}"/>
              </a:ext>
            </a:extLst>
          </p:cNvPr>
          <p:cNvSpPr/>
          <p:nvPr/>
        </p:nvSpPr>
        <p:spPr>
          <a:xfrm>
            <a:off x="8584486" y="281186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B3535"/>
                </a:solidFill>
                <a:ea typeface="Red Hat Text" pitchFamily="34" charset="-122"/>
                <a:cs typeface="Red Hat Text" pitchFamily="34" charset="-120"/>
              </a:rPr>
              <a:t>Dữ liệu điện tử</a:t>
            </a:r>
            <a:endParaRPr lang="en-US" sz="2200" dirty="0"/>
          </a:p>
        </p:txBody>
      </p:sp>
      <p:sp>
        <p:nvSpPr>
          <p:cNvPr id="10" name="Text 6">
            <a:extLst>
              <a:ext uri="{FF2B5EF4-FFF2-40B4-BE49-F238E27FC236}">
                <a16:creationId xmlns:a16="http://schemas.microsoft.com/office/drawing/2014/main" id="{435F47B1-FBD7-641C-53AB-EC03F1F2AD89}"/>
              </a:ext>
            </a:extLst>
          </p:cNvPr>
          <p:cNvSpPr/>
          <p:nvPr/>
        </p:nvSpPr>
        <p:spPr>
          <a:xfrm>
            <a:off x="8584486" y="3307401"/>
            <a:ext cx="3490019" cy="1532096"/>
          </a:xfrm>
          <a:prstGeom prst="rect">
            <a:avLst/>
          </a:prstGeom>
          <a:noFill/>
          <a:ln/>
        </p:spPr>
        <p:txBody>
          <a:bodyPr wrap="square" lIns="0" tIns="0" rIns="0" bIns="0" rtlCol="0" anchor="t"/>
          <a:lstStyle/>
          <a:p>
            <a:pPr marL="0" indent="0" algn="l">
              <a:lnSpc>
                <a:spcPts val="3000"/>
              </a:lnSpc>
              <a:buNone/>
            </a:pPr>
            <a:r>
              <a:rPr lang="en-US" sz="1850" dirty="0">
                <a:solidFill>
                  <a:srgbClr val="3B3535"/>
                </a:solidFill>
                <a:ea typeface="Roboto Light" pitchFamily="34" charset="-122"/>
                <a:cs typeface="Roboto Light" pitchFamily="34" charset="-120"/>
              </a:rPr>
              <a:t>Hồ sơ sức khỏe điện tử (EHR), dữ liệu từ các thiết bị đeo tay theo dõi sức khỏe, ứng dụng y tế di động và các hệ thống quản lý bệnh viện.</a:t>
            </a:r>
            <a:endParaRPr lang="en-US" sz="1850" dirty="0"/>
          </a:p>
        </p:txBody>
      </p:sp>
    </p:spTree>
    <p:extLst>
      <p:ext uri="{BB962C8B-B14F-4D97-AF65-F5344CB8AC3E}">
        <p14:creationId xmlns:p14="http://schemas.microsoft.com/office/powerpoint/2010/main" val="3220531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A3A4-42DE-C5DC-A26F-F0B1C197072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3E73F3F-ED11-7CFE-9A3B-8E70BC4D9023}"/>
              </a:ext>
            </a:extLst>
          </p:cNvPr>
          <p:cNvSpPr/>
          <p:nvPr/>
        </p:nvSpPr>
        <p:spPr>
          <a:xfrm>
            <a:off x="263238" y="102260"/>
            <a:ext cx="11928762" cy="2000548"/>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Quy trình thu thập dữ liệu</a:t>
            </a:r>
            <a:endPar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và quyền của người tham gia nghiên cứu</a:t>
            </a:r>
          </a:p>
          <a:p>
            <a:pPr marL="571500" indent="-571500">
              <a:spcBef>
                <a:spcPts val="1800"/>
              </a:spcBef>
              <a:buFont typeface="Wingdings" panose="05000000000000000000" pitchFamily="2" charset="2"/>
              <a:buChar char="§"/>
              <a:tabLst>
                <a:tab pos="6988175" algn="l"/>
              </a:tabLst>
            </a:pPr>
            <a:endParaRPr lang="vi-VN"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
        <p:nvSpPr>
          <p:cNvPr id="12" name="Shape 1">
            <a:extLst>
              <a:ext uri="{FF2B5EF4-FFF2-40B4-BE49-F238E27FC236}">
                <a16:creationId xmlns:a16="http://schemas.microsoft.com/office/drawing/2014/main" id="{45F6E4ED-CAC9-3210-6CDF-FB6FFDEF2A1E}"/>
              </a:ext>
            </a:extLst>
          </p:cNvPr>
          <p:cNvSpPr/>
          <p:nvPr/>
        </p:nvSpPr>
        <p:spPr>
          <a:xfrm>
            <a:off x="30480" y="2102808"/>
            <a:ext cx="3879660" cy="3307392"/>
          </a:xfrm>
          <a:prstGeom prst="roundRect">
            <a:avLst>
              <a:gd name="adj" fmla="val 4959"/>
            </a:avLst>
          </a:prstGeom>
          <a:solidFill>
            <a:srgbClr val="FFFAFA"/>
          </a:solidFill>
          <a:ln w="30480">
            <a:solidFill>
              <a:srgbClr val="D9CECE"/>
            </a:solidFill>
            <a:prstDash val="solid"/>
          </a:ln>
        </p:spPr>
        <p:txBody>
          <a:bodyPr/>
          <a:lstStyle/>
          <a:p>
            <a:endParaRPr lang="en-US" dirty="0"/>
          </a:p>
        </p:txBody>
      </p:sp>
      <p:sp>
        <p:nvSpPr>
          <p:cNvPr id="13" name="Shape 2">
            <a:extLst>
              <a:ext uri="{FF2B5EF4-FFF2-40B4-BE49-F238E27FC236}">
                <a16:creationId xmlns:a16="http://schemas.microsoft.com/office/drawing/2014/main" id="{1B681D3A-D5C6-BCAC-BC50-FC6FF851DCB9}"/>
              </a:ext>
            </a:extLst>
          </p:cNvPr>
          <p:cNvSpPr/>
          <p:nvPr/>
        </p:nvSpPr>
        <p:spPr>
          <a:xfrm>
            <a:off x="0" y="2102808"/>
            <a:ext cx="113738" cy="3307392"/>
          </a:xfrm>
          <a:prstGeom prst="roundRect">
            <a:avLst>
              <a:gd name="adj" fmla="val 29451"/>
            </a:avLst>
          </a:prstGeom>
          <a:solidFill>
            <a:srgbClr val="F5A3A3"/>
          </a:solidFill>
          <a:ln/>
        </p:spPr>
        <p:txBody>
          <a:bodyPr/>
          <a:lstStyle/>
          <a:p>
            <a:endParaRPr lang="en-US"/>
          </a:p>
        </p:txBody>
      </p:sp>
      <p:sp>
        <p:nvSpPr>
          <p:cNvPr id="14" name="Text 3">
            <a:extLst>
              <a:ext uri="{FF2B5EF4-FFF2-40B4-BE49-F238E27FC236}">
                <a16:creationId xmlns:a16="http://schemas.microsoft.com/office/drawing/2014/main" id="{D752C238-9C6A-7C3A-40D6-D5437B949A59}"/>
              </a:ext>
            </a:extLst>
          </p:cNvPr>
          <p:cNvSpPr/>
          <p:nvPr/>
        </p:nvSpPr>
        <p:spPr>
          <a:xfrm>
            <a:off x="391715" y="2372604"/>
            <a:ext cx="2627203" cy="394554"/>
          </a:xfrm>
          <a:prstGeom prst="rect">
            <a:avLst/>
          </a:prstGeom>
          <a:noFill/>
          <a:ln/>
        </p:spPr>
        <p:txBody>
          <a:bodyPr wrap="none" lIns="0" tIns="0" rIns="0" bIns="0" rtlCol="0" anchor="t"/>
          <a:lstStyle/>
          <a:p>
            <a:pPr marL="0" indent="0" algn="l">
              <a:lnSpc>
                <a:spcPts val="2750"/>
              </a:lnSpc>
              <a:buNone/>
            </a:pPr>
            <a:r>
              <a:rPr lang="en-US" sz="2400" dirty="0">
                <a:solidFill>
                  <a:srgbClr val="3B3535"/>
                </a:solidFill>
                <a:ea typeface="Red Hat Text" pitchFamily="34" charset="-122"/>
                <a:cs typeface="Red Hat Text" pitchFamily="34" charset="-120"/>
              </a:rPr>
              <a:t>Thông báo minh bạch</a:t>
            </a:r>
            <a:endParaRPr lang="en-US" sz="2400" dirty="0"/>
          </a:p>
        </p:txBody>
      </p:sp>
      <p:sp>
        <p:nvSpPr>
          <p:cNvPr id="15" name="Text 4">
            <a:extLst>
              <a:ext uri="{FF2B5EF4-FFF2-40B4-BE49-F238E27FC236}">
                <a16:creationId xmlns:a16="http://schemas.microsoft.com/office/drawing/2014/main" id="{4492D3D6-F749-EA06-EA17-1A499FBDC6CB}"/>
              </a:ext>
            </a:extLst>
          </p:cNvPr>
          <p:cNvSpPr/>
          <p:nvPr/>
        </p:nvSpPr>
        <p:spPr>
          <a:xfrm>
            <a:off x="391715" y="2868141"/>
            <a:ext cx="3442606" cy="2146955"/>
          </a:xfrm>
          <a:prstGeom prst="rect">
            <a:avLst/>
          </a:prstGeom>
          <a:noFill/>
          <a:ln/>
        </p:spPr>
        <p:txBody>
          <a:bodyPr wrap="square" lIns="0" tIns="0" rIns="0" bIns="0" rtlCol="0" anchor="t"/>
          <a:lstStyle/>
          <a:p>
            <a:pPr marL="0" indent="0" algn="just">
              <a:lnSpc>
                <a:spcPts val="3000"/>
              </a:lnSpc>
              <a:buNone/>
            </a:pPr>
            <a:r>
              <a:rPr lang="en-US" sz="2000" dirty="0">
                <a:solidFill>
                  <a:srgbClr val="3B3535"/>
                </a:solidFill>
                <a:ea typeface="Roboto Light" pitchFamily="34" charset="-122"/>
                <a:cs typeface="Roboto Light" pitchFamily="34" charset="-120"/>
              </a:rPr>
              <a:t>Người tham gia được cung cấp thông tin rõ ràng về mục đích, phương pháp, quyền lợi và những rủi ro tiềm ẩn của nghiên cứu trước khi đồng ý tham gia.</a:t>
            </a:r>
            <a:endParaRPr lang="en-US" sz="2000" dirty="0"/>
          </a:p>
        </p:txBody>
      </p:sp>
      <p:sp>
        <p:nvSpPr>
          <p:cNvPr id="16" name="Shape 5">
            <a:extLst>
              <a:ext uri="{FF2B5EF4-FFF2-40B4-BE49-F238E27FC236}">
                <a16:creationId xmlns:a16="http://schemas.microsoft.com/office/drawing/2014/main" id="{9E1E434F-9F67-8A4E-128E-3D89BC941BF9}"/>
              </a:ext>
            </a:extLst>
          </p:cNvPr>
          <p:cNvSpPr/>
          <p:nvPr/>
        </p:nvSpPr>
        <p:spPr>
          <a:xfrm>
            <a:off x="4142779" y="2102808"/>
            <a:ext cx="3879660" cy="3307392"/>
          </a:xfrm>
          <a:prstGeom prst="roundRect">
            <a:avLst>
              <a:gd name="adj" fmla="val 4959"/>
            </a:avLst>
          </a:prstGeom>
          <a:solidFill>
            <a:srgbClr val="FFFAFA"/>
          </a:solidFill>
          <a:ln w="30480">
            <a:solidFill>
              <a:srgbClr val="D9CECE"/>
            </a:solidFill>
            <a:prstDash val="solid"/>
          </a:ln>
        </p:spPr>
        <p:txBody>
          <a:bodyPr/>
          <a:lstStyle/>
          <a:p>
            <a:endParaRPr lang="en-US"/>
          </a:p>
        </p:txBody>
      </p:sp>
      <p:sp>
        <p:nvSpPr>
          <p:cNvPr id="17" name="Shape 6">
            <a:extLst>
              <a:ext uri="{FF2B5EF4-FFF2-40B4-BE49-F238E27FC236}">
                <a16:creationId xmlns:a16="http://schemas.microsoft.com/office/drawing/2014/main" id="{9E2F449C-301C-52B7-4564-CE449B12EED0}"/>
              </a:ext>
            </a:extLst>
          </p:cNvPr>
          <p:cNvSpPr/>
          <p:nvPr/>
        </p:nvSpPr>
        <p:spPr>
          <a:xfrm>
            <a:off x="4112299" y="2102808"/>
            <a:ext cx="113738" cy="3307392"/>
          </a:xfrm>
          <a:prstGeom prst="roundRect">
            <a:avLst>
              <a:gd name="adj" fmla="val 29451"/>
            </a:avLst>
          </a:prstGeom>
          <a:solidFill>
            <a:srgbClr val="F5A3A3"/>
          </a:solidFill>
          <a:ln/>
        </p:spPr>
        <p:txBody>
          <a:bodyPr/>
          <a:lstStyle/>
          <a:p>
            <a:endParaRPr lang="en-US"/>
          </a:p>
        </p:txBody>
      </p:sp>
      <p:sp>
        <p:nvSpPr>
          <p:cNvPr id="18" name="Text 7">
            <a:extLst>
              <a:ext uri="{FF2B5EF4-FFF2-40B4-BE49-F238E27FC236}">
                <a16:creationId xmlns:a16="http://schemas.microsoft.com/office/drawing/2014/main" id="{CB993B07-C59E-B7C0-45AF-DDC3244BD9DF}"/>
              </a:ext>
            </a:extLst>
          </p:cNvPr>
          <p:cNvSpPr/>
          <p:nvPr/>
        </p:nvSpPr>
        <p:spPr>
          <a:xfrm>
            <a:off x="4504015" y="2372604"/>
            <a:ext cx="2627203" cy="394554"/>
          </a:xfrm>
          <a:prstGeom prst="rect">
            <a:avLst/>
          </a:prstGeom>
          <a:noFill/>
          <a:ln/>
        </p:spPr>
        <p:txBody>
          <a:bodyPr wrap="none" lIns="0" tIns="0" rIns="0" bIns="0" rtlCol="0" anchor="t"/>
          <a:lstStyle/>
          <a:p>
            <a:pPr marL="0" indent="0" algn="l">
              <a:lnSpc>
                <a:spcPts val="2750"/>
              </a:lnSpc>
              <a:buNone/>
            </a:pPr>
            <a:r>
              <a:rPr lang="en-US" sz="2400" dirty="0">
                <a:solidFill>
                  <a:srgbClr val="3B3535"/>
                </a:solidFill>
                <a:ea typeface="Red Hat Text" pitchFamily="34" charset="-122"/>
                <a:cs typeface="Red Hat Text" pitchFamily="34" charset="-120"/>
              </a:rPr>
              <a:t>Quyền tự quyết</a:t>
            </a:r>
            <a:endParaRPr lang="en-US" sz="2400" dirty="0"/>
          </a:p>
        </p:txBody>
      </p:sp>
      <p:sp>
        <p:nvSpPr>
          <p:cNvPr id="19" name="Text 8">
            <a:extLst>
              <a:ext uri="{FF2B5EF4-FFF2-40B4-BE49-F238E27FC236}">
                <a16:creationId xmlns:a16="http://schemas.microsoft.com/office/drawing/2014/main" id="{36372D4D-7939-5CF5-9CDA-617862C8B440}"/>
              </a:ext>
            </a:extLst>
          </p:cNvPr>
          <p:cNvSpPr/>
          <p:nvPr/>
        </p:nvSpPr>
        <p:spPr>
          <a:xfrm>
            <a:off x="4504015" y="2868142"/>
            <a:ext cx="3442606" cy="1717564"/>
          </a:xfrm>
          <a:prstGeom prst="rect">
            <a:avLst/>
          </a:prstGeom>
          <a:noFill/>
          <a:ln/>
        </p:spPr>
        <p:txBody>
          <a:bodyPr wrap="square" lIns="0" tIns="0" rIns="0" bIns="0" rtlCol="0" anchor="t"/>
          <a:lstStyle/>
          <a:p>
            <a:pPr marL="0" indent="0" algn="just">
              <a:lnSpc>
                <a:spcPts val="3000"/>
              </a:lnSpc>
              <a:buNone/>
            </a:pPr>
            <a:r>
              <a:rPr lang="en-US" sz="2000" dirty="0">
                <a:solidFill>
                  <a:srgbClr val="3B3535"/>
                </a:solidFill>
                <a:ea typeface="Roboto Light" pitchFamily="34" charset="-122"/>
                <a:cs typeface="Roboto Light" pitchFamily="34" charset="-120"/>
              </a:rPr>
              <a:t>Họ có toàn quyền lựa chọn cung cấp hoặc từ chối cung cấp thông tin cá nhân mà không chịu bất kỳ áp lực hay hậu quả nào.</a:t>
            </a:r>
            <a:endParaRPr lang="en-US" sz="2000" dirty="0"/>
          </a:p>
        </p:txBody>
      </p:sp>
      <p:sp>
        <p:nvSpPr>
          <p:cNvPr id="20" name="Shape 9">
            <a:extLst>
              <a:ext uri="{FF2B5EF4-FFF2-40B4-BE49-F238E27FC236}">
                <a16:creationId xmlns:a16="http://schemas.microsoft.com/office/drawing/2014/main" id="{7BC71981-44FC-1716-389C-E1FC2EEB38ED}"/>
              </a:ext>
            </a:extLst>
          </p:cNvPr>
          <p:cNvSpPr/>
          <p:nvPr/>
        </p:nvSpPr>
        <p:spPr>
          <a:xfrm>
            <a:off x="8255079" y="2102808"/>
            <a:ext cx="3879771" cy="3307392"/>
          </a:xfrm>
          <a:prstGeom prst="roundRect">
            <a:avLst>
              <a:gd name="adj" fmla="val 4959"/>
            </a:avLst>
          </a:prstGeom>
          <a:solidFill>
            <a:srgbClr val="FFFAFA"/>
          </a:solidFill>
          <a:ln w="30480">
            <a:solidFill>
              <a:srgbClr val="D9CECE"/>
            </a:solidFill>
            <a:prstDash val="solid"/>
          </a:ln>
        </p:spPr>
        <p:txBody>
          <a:bodyPr/>
          <a:lstStyle/>
          <a:p>
            <a:endParaRPr lang="en-US"/>
          </a:p>
        </p:txBody>
      </p:sp>
      <p:sp>
        <p:nvSpPr>
          <p:cNvPr id="21" name="Shape 10">
            <a:extLst>
              <a:ext uri="{FF2B5EF4-FFF2-40B4-BE49-F238E27FC236}">
                <a16:creationId xmlns:a16="http://schemas.microsoft.com/office/drawing/2014/main" id="{33712FDC-E524-5B9B-47AD-648A43219EEF}"/>
              </a:ext>
            </a:extLst>
          </p:cNvPr>
          <p:cNvSpPr/>
          <p:nvPr/>
        </p:nvSpPr>
        <p:spPr>
          <a:xfrm>
            <a:off x="8224599" y="2102808"/>
            <a:ext cx="113738" cy="3307392"/>
          </a:xfrm>
          <a:prstGeom prst="roundRect">
            <a:avLst>
              <a:gd name="adj" fmla="val 29451"/>
            </a:avLst>
          </a:prstGeom>
          <a:solidFill>
            <a:srgbClr val="F5A3A3"/>
          </a:solidFill>
          <a:ln/>
        </p:spPr>
        <p:txBody>
          <a:bodyPr/>
          <a:lstStyle/>
          <a:p>
            <a:endParaRPr lang="en-US"/>
          </a:p>
        </p:txBody>
      </p:sp>
      <p:sp>
        <p:nvSpPr>
          <p:cNvPr id="22" name="Text 11">
            <a:extLst>
              <a:ext uri="{FF2B5EF4-FFF2-40B4-BE49-F238E27FC236}">
                <a16:creationId xmlns:a16="http://schemas.microsoft.com/office/drawing/2014/main" id="{D5683338-7837-6981-E3FD-535AA56D559A}"/>
              </a:ext>
            </a:extLst>
          </p:cNvPr>
          <p:cNvSpPr/>
          <p:nvPr/>
        </p:nvSpPr>
        <p:spPr>
          <a:xfrm>
            <a:off x="8616315" y="2372604"/>
            <a:ext cx="2627203" cy="394554"/>
          </a:xfrm>
          <a:prstGeom prst="rect">
            <a:avLst/>
          </a:prstGeom>
          <a:noFill/>
          <a:ln/>
        </p:spPr>
        <p:txBody>
          <a:bodyPr wrap="none" lIns="0" tIns="0" rIns="0" bIns="0" rtlCol="0" anchor="t"/>
          <a:lstStyle/>
          <a:p>
            <a:pPr marL="0" indent="0" algn="l">
              <a:lnSpc>
                <a:spcPts val="2750"/>
              </a:lnSpc>
              <a:buNone/>
            </a:pPr>
            <a:r>
              <a:rPr lang="en-US" sz="2400" dirty="0">
                <a:solidFill>
                  <a:srgbClr val="3B3535"/>
                </a:solidFill>
                <a:ea typeface="Red Hat Text" pitchFamily="34" charset="-122"/>
                <a:cs typeface="Red Hat Text" pitchFamily="34" charset="-120"/>
              </a:rPr>
              <a:t>Bảo mật cam kết</a:t>
            </a:r>
            <a:endParaRPr lang="en-US" sz="2400" dirty="0"/>
          </a:p>
        </p:txBody>
      </p:sp>
      <p:sp>
        <p:nvSpPr>
          <p:cNvPr id="23" name="Text 12">
            <a:extLst>
              <a:ext uri="{FF2B5EF4-FFF2-40B4-BE49-F238E27FC236}">
                <a16:creationId xmlns:a16="http://schemas.microsoft.com/office/drawing/2014/main" id="{9EF46A53-481C-6D52-B6BF-040106855773}"/>
              </a:ext>
            </a:extLst>
          </p:cNvPr>
          <p:cNvSpPr/>
          <p:nvPr/>
        </p:nvSpPr>
        <p:spPr>
          <a:xfrm>
            <a:off x="8616315" y="2868141"/>
            <a:ext cx="3291086" cy="2146955"/>
          </a:xfrm>
          <a:prstGeom prst="rect">
            <a:avLst/>
          </a:prstGeom>
          <a:noFill/>
          <a:ln/>
        </p:spPr>
        <p:txBody>
          <a:bodyPr wrap="square" lIns="0" tIns="0" rIns="0" bIns="0" rtlCol="0" anchor="t"/>
          <a:lstStyle/>
          <a:p>
            <a:pPr marL="0" indent="0" algn="just">
              <a:lnSpc>
                <a:spcPts val="3000"/>
              </a:lnSpc>
              <a:buNone/>
            </a:pPr>
            <a:r>
              <a:rPr lang="en-US" sz="2000" dirty="0">
                <a:solidFill>
                  <a:srgbClr val="3B3535"/>
                </a:solidFill>
                <a:ea typeface="Roboto Light" pitchFamily="34" charset="-122"/>
                <a:cs typeface="Roboto Light" pitchFamily="34" charset="-120"/>
              </a:rPr>
              <a:t>Dữ liệu thu thập được cam kết bảo mật tuyệt đối, chỉ được sử dụng cho mục đích nghiên cứu và tuân thủ các quy định pháp luật về bảo vệ dữ liệu cá nhân.</a:t>
            </a:r>
            <a:endParaRPr lang="en-US" sz="2000" dirty="0"/>
          </a:p>
        </p:txBody>
      </p:sp>
    </p:spTree>
    <p:extLst>
      <p:ext uri="{BB962C8B-B14F-4D97-AF65-F5344CB8AC3E}">
        <p14:creationId xmlns:p14="http://schemas.microsoft.com/office/powerpoint/2010/main" val="61695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7552-7577-4F65-0C41-9536F673D70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4CD087F-11B5-DB29-EB40-AAC5058BE76A}"/>
              </a:ext>
            </a:extLst>
          </p:cNvPr>
          <p:cNvSpPr/>
          <p:nvPr/>
        </p:nvSpPr>
        <p:spPr>
          <a:xfrm>
            <a:off x="263238" y="102260"/>
            <a:ext cx="11928762" cy="1769715"/>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Quy định pháp luật và hướng dẫn mới nhất tại Việt Nam</a:t>
            </a:r>
          </a:p>
          <a:p>
            <a:pPr marL="571500" indent="-571500">
              <a:spcBef>
                <a:spcPts val="1800"/>
              </a:spcBef>
              <a:buFont typeface="Wingdings" panose="05000000000000000000" pitchFamily="2" charset="2"/>
              <a:buChar char="§"/>
              <a:tabLst>
                <a:tab pos="6988175" algn="l"/>
              </a:tabLst>
            </a:pPr>
            <a:endParaRPr lang="vi-VN"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
        <p:nvSpPr>
          <p:cNvPr id="2" name="Shape 1">
            <a:extLst>
              <a:ext uri="{FF2B5EF4-FFF2-40B4-BE49-F238E27FC236}">
                <a16:creationId xmlns:a16="http://schemas.microsoft.com/office/drawing/2014/main" id="{6D5C9521-37AD-A601-1003-A74B6DF0D03A}"/>
              </a:ext>
            </a:extLst>
          </p:cNvPr>
          <p:cNvSpPr/>
          <p:nvPr/>
        </p:nvSpPr>
        <p:spPr>
          <a:xfrm>
            <a:off x="263238" y="1517928"/>
            <a:ext cx="11677650" cy="3822144"/>
          </a:xfrm>
          <a:prstGeom prst="roundRect">
            <a:avLst>
              <a:gd name="adj" fmla="val 781"/>
            </a:avLst>
          </a:prstGeom>
          <a:solidFill>
            <a:srgbClr val="F3E8E8"/>
          </a:solidFill>
          <a:ln/>
        </p:spPr>
        <p:txBody>
          <a:bodyPr/>
          <a:lstStyle/>
          <a:p>
            <a:endParaRPr lang="en-US"/>
          </a:p>
        </p:txBody>
      </p:sp>
      <p:sp>
        <p:nvSpPr>
          <p:cNvPr id="4" name="Text 3">
            <a:extLst>
              <a:ext uri="{FF2B5EF4-FFF2-40B4-BE49-F238E27FC236}">
                <a16:creationId xmlns:a16="http://schemas.microsoft.com/office/drawing/2014/main" id="{22CD3B24-C3A9-57BC-1AD1-98363A20B28E}"/>
              </a:ext>
            </a:extLst>
          </p:cNvPr>
          <p:cNvSpPr/>
          <p:nvPr/>
        </p:nvSpPr>
        <p:spPr>
          <a:xfrm>
            <a:off x="474549" y="1814988"/>
            <a:ext cx="5090449" cy="703898"/>
          </a:xfrm>
          <a:prstGeom prst="rect">
            <a:avLst/>
          </a:prstGeom>
          <a:noFill/>
          <a:ln/>
        </p:spPr>
        <p:txBody>
          <a:bodyPr wrap="square" lIns="0" tIns="0" rIns="0" bIns="0" rtlCol="0" anchor="t"/>
          <a:lstStyle/>
          <a:p>
            <a:pPr marL="0" indent="0" algn="l">
              <a:lnSpc>
                <a:spcPts val="2750"/>
              </a:lnSpc>
              <a:buNone/>
            </a:pPr>
            <a:r>
              <a:rPr lang="en-US" sz="2400" dirty="0">
                <a:solidFill>
                  <a:srgbClr val="3B3535"/>
                </a:solidFill>
                <a:ea typeface="Red Hat Text" pitchFamily="34" charset="-122"/>
                <a:cs typeface="Red Hat Text" pitchFamily="34" charset="-120"/>
              </a:rPr>
              <a:t>Thông tư 38/2024/TT-BYT</a:t>
            </a:r>
            <a:endParaRPr lang="en-US" sz="2400" dirty="0"/>
          </a:p>
        </p:txBody>
      </p:sp>
      <p:sp>
        <p:nvSpPr>
          <p:cNvPr id="5" name="Text 4">
            <a:extLst>
              <a:ext uri="{FF2B5EF4-FFF2-40B4-BE49-F238E27FC236}">
                <a16:creationId xmlns:a16="http://schemas.microsoft.com/office/drawing/2014/main" id="{8004F41F-24F3-D699-BE7F-A8F8453247BA}"/>
              </a:ext>
            </a:extLst>
          </p:cNvPr>
          <p:cNvSpPr/>
          <p:nvPr/>
        </p:nvSpPr>
        <p:spPr>
          <a:xfrm>
            <a:off x="474549" y="2662475"/>
            <a:ext cx="5090449" cy="1532096"/>
          </a:xfrm>
          <a:prstGeom prst="rect">
            <a:avLst/>
          </a:prstGeom>
          <a:noFill/>
          <a:ln/>
        </p:spPr>
        <p:txBody>
          <a:bodyPr wrap="square" lIns="0" tIns="0" rIns="0" bIns="0" rtlCol="0" anchor="t"/>
          <a:lstStyle/>
          <a:p>
            <a:pPr marL="0" indent="0" algn="l">
              <a:lnSpc>
                <a:spcPts val="3000"/>
              </a:lnSpc>
              <a:buNone/>
            </a:pPr>
            <a:r>
              <a:rPr lang="en-US" sz="2400" dirty="0">
                <a:solidFill>
                  <a:srgbClr val="3B3535"/>
                </a:solidFill>
                <a:ea typeface="Roboto Light" pitchFamily="34" charset="-122"/>
                <a:cs typeface="Roboto Light" pitchFamily="34" charset="-120"/>
              </a:rPr>
              <a:t>Hướng dẫn chi tiết về việc xây dựng, quản lý và khai thác hiệu quả các hệ thống thông tin y tế trên toàn quốc.</a:t>
            </a:r>
            <a:endParaRPr lang="en-US" sz="2400" dirty="0"/>
          </a:p>
        </p:txBody>
      </p:sp>
      <p:sp>
        <p:nvSpPr>
          <p:cNvPr id="7" name="Shape 6">
            <a:extLst>
              <a:ext uri="{FF2B5EF4-FFF2-40B4-BE49-F238E27FC236}">
                <a16:creationId xmlns:a16="http://schemas.microsoft.com/office/drawing/2014/main" id="{2D614552-8F5B-FD9B-E0D2-4CF08DF08092}"/>
              </a:ext>
            </a:extLst>
          </p:cNvPr>
          <p:cNvSpPr/>
          <p:nvPr/>
        </p:nvSpPr>
        <p:spPr>
          <a:xfrm flipH="1">
            <a:off x="6133053" y="1546123"/>
            <a:ext cx="52941" cy="3822144"/>
          </a:xfrm>
          <a:prstGeom prst="roundRect">
            <a:avLst>
              <a:gd name="adj" fmla="val 117806"/>
            </a:avLst>
          </a:prstGeom>
          <a:solidFill>
            <a:srgbClr val="D9CECE"/>
          </a:solidFill>
          <a:ln/>
        </p:spPr>
        <p:txBody>
          <a:bodyPr/>
          <a:lstStyle/>
          <a:p>
            <a:endParaRPr lang="en-US"/>
          </a:p>
        </p:txBody>
      </p:sp>
      <p:sp>
        <p:nvSpPr>
          <p:cNvPr id="8" name="Text 7">
            <a:extLst>
              <a:ext uri="{FF2B5EF4-FFF2-40B4-BE49-F238E27FC236}">
                <a16:creationId xmlns:a16="http://schemas.microsoft.com/office/drawing/2014/main" id="{9A46696C-01E9-A446-9CB5-1E0F32ECE880}"/>
              </a:ext>
            </a:extLst>
          </p:cNvPr>
          <p:cNvSpPr/>
          <p:nvPr/>
        </p:nvSpPr>
        <p:spPr>
          <a:xfrm>
            <a:off x="6754050" y="1757243"/>
            <a:ext cx="5090449" cy="703898"/>
          </a:xfrm>
          <a:prstGeom prst="rect">
            <a:avLst/>
          </a:prstGeom>
          <a:noFill/>
          <a:ln/>
        </p:spPr>
        <p:txBody>
          <a:bodyPr wrap="square" lIns="0" tIns="0" rIns="0" bIns="0" rtlCol="0" anchor="t"/>
          <a:lstStyle/>
          <a:p>
            <a:pPr marL="0" indent="0" algn="l">
              <a:lnSpc>
                <a:spcPts val="2750"/>
              </a:lnSpc>
              <a:buNone/>
            </a:pPr>
            <a:r>
              <a:rPr lang="en-US" sz="2400" dirty="0">
                <a:solidFill>
                  <a:srgbClr val="3B3535"/>
                </a:solidFill>
                <a:ea typeface="Red Hat Text" pitchFamily="34" charset="-122"/>
                <a:cs typeface="Red Hat Text" pitchFamily="34" charset="-120"/>
              </a:rPr>
              <a:t>Nghị định số 102/2025/NĐ-CP</a:t>
            </a:r>
            <a:endParaRPr lang="en-US" sz="2400" dirty="0"/>
          </a:p>
        </p:txBody>
      </p:sp>
      <p:sp>
        <p:nvSpPr>
          <p:cNvPr id="9" name="Text 8">
            <a:extLst>
              <a:ext uri="{FF2B5EF4-FFF2-40B4-BE49-F238E27FC236}">
                <a16:creationId xmlns:a16="http://schemas.microsoft.com/office/drawing/2014/main" id="{DA75E035-8C66-F4D6-605E-7C767831A737}"/>
              </a:ext>
            </a:extLst>
          </p:cNvPr>
          <p:cNvSpPr/>
          <p:nvPr/>
        </p:nvSpPr>
        <p:spPr>
          <a:xfrm>
            <a:off x="6754050" y="2604730"/>
            <a:ext cx="5090449" cy="1532096"/>
          </a:xfrm>
          <a:prstGeom prst="rect">
            <a:avLst/>
          </a:prstGeom>
          <a:noFill/>
          <a:ln/>
        </p:spPr>
        <p:txBody>
          <a:bodyPr wrap="square" lIns="0" tIns="0" rIns="0" bIns="0" rtlCol="0" anchor="t"/>
          <a:lstStyle/>
          <a:p>
            <a:pPr marL="0" indent="0" algn="l">
              <a:lnSpc>
                <a:spcPts val="3000"/>
              </a:lnSpc>
              <a:buNone/>
            </a:pPr>
            <a:r>
              <a:rPr lang="en-US" sz="2400" dirty="0">
                <a:solidFill>
                  <a:srgbClr val="3B3535"/>
                </a:solidFill>
                <a:ea typeface="Roboto Light" pitchFamily="34" charset="-122"/>
                <a:cs typeface="Roboto Light" pitchFamily="34" charset="-120"/>
              </a:rPr>
              <a:t>Quy định khung pháp lý về quản lý dữ liệu y tế quốc gia, đảm bảo tính thống nhất và an toàn cho toàn bộ hệ thống.</a:t>
            </a:r>
            <a:endParaRPr lang="en-US" sz="2400" dirty="0"/>
          </a:p>
        </p:txBody>
      </p:sp>
    </p:spTree>
    <p:extLst>
      <p:ext uri="{BB962C8B-B14F-4D97-AF65-F5344CB8AC3E}">
        <p14:creationId xmlns:p14="http://schemas.microsoft.com/office/powerpoint/2010/main" val="307813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D45F5-B6D3-46E8-1C24-F1714BF7E4C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B44D315-D008-0CDA-9644-02C7A5A7F8A9}"/>
              </a:ext>
            </a:extLst>
          </p:cNvPr>
          <p:cNvSpPr/>
          <p:nvPr/>
        </p:nvSpPr>
        <p:spPr>
          <a:xfrm>
            <a:off x="263238" y="102260"/>
            <a:ext cx="11928762" cy="4678204"/>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TRƯỜNG CỦA PHIẾU THU THẬP SỐ LIỆU</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1</a:t>
            </a:r>
            <a:r>
              <a:rPr lang="vi-VN"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Tên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biến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số</a:t>
            </a:r>
            <a:endParaRPr lang="vi-VN" sz="24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2</a:t>
            </a:r>
            <a:r>
              <a:rPr lang="vi-VN"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Nhãn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biến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số</a:t>
            </a:r>
            <a:endParaRPr lang="vi-VN" sz="24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3</a:t>
            </a:r>
            <a:r>
              <a:rPr lang="vi-VN"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Nhãn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giá</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trị</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biến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số</a:t>
            </a:r>
            <a:endParaRPr lang="vi-VN" sz="24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4</a:t>
            </a:r>
            <a:r>
              <a:rPr lang="vi-VN"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Giá</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trị</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biến</a:t>
            </a:r>
            <a:r>
              <a:rPr lang="en-US" sz="24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400" dirty="0" err="1">
                <a:solidFill>
                  <a:srgbClr val="153F4A"/>
                </a:solidFill>
                <a:latin typeface="Arial" panose="020B0604020202020204" pitchFamily="34" charset="0"/>
                <a:ea typeface="Tahoma" panose="020B0604030504040204" pitchFamily="34" charset="0"/>
                <a:cs typeface="Arial" panose="020B0604020202020204" pitchFamily="34" charset="0"/>
              </a:rPr>
              <a:t>số</a:t>
            </a:r>
            <a:endParaRPr lang="vi-VN" sz="24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5A524E5F-7F1A-047F-4471-8340A1111E9F}"/>
              </a:ext>
            </a:extLst>
          </p:cNvPr>
          <p:cNvPicPr>
            <a:picLocks noChangeAspect="1"/>
          </p:cNvPicPr>
          <p:nvPr/>
        </p:nvPicPr>
        <p:blipFill>
          <a:blip r:embed="rId2"/>
          <a:stretch>
            <a:fillRect/>
          </a:stretch>
        </p:blipFill>
        <p:spPr>
          <a:xfrm>
            <a:off x="4275675" y="889780"/>
            <a:ext cx="5863347" cy="5968220"/>
          </a:xfrm>
          <a:prstGeom prst="rect">
            <a:avLst/>
          </a:prstGeom>
        </p:spPr>
      </p:pic>
    </p:spTree>
    <p:extLst>
      <p:ext uri="{BB962C8B-B14F-4D97-AF65-F5344CB8AC3E}">
        <p14:creationId xmlns:p14="http://schemas.microsoft.com/office/powerpoint/2010/main" val="184349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6382-B68C-E417-300A-83E360B0EA1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01CC1FC-9474-7855-4E71-D0F7B2E7E0B0}"/>
              </a:ext>
            </a:extLst>
          </p:cNvPr>
          <p:cNvSpPr/>
          <p:nvPr/>
        </p:nvSpPr>
        <p:spPr>
          <a:xfrm>
            <a:off x="263238" y="102260"/>
            <a:ext cx="11928762" cy="3893374"/>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CÁCH ĐẶT TÊN BIẾN</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Tên biến:</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dùng tiếng Việt có dấu</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có khoảng trắng trong tên biến</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được có các ký tự đặc biệt (ví dụ: ! * # $</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 &amp; _ )</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nên</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bắt đầu bằng con số</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được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đặt tên biến trùng nhau</a:t>
            </a:r>
          </a:p>
        </p:txBody>
      </p:sp>
    </p:spTree>
    <p:extLst>
      <p:ext uri="{BB962C8B-B14F-4D97-AF65-F5344CB8AC3E}">
        <p14:creationId xmlns:p14="http://schemas.microsoft.com/office/powerpoint/2010/main" val="296925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AB432-9618-7A5E-D81C-90F8C529B35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18854B7-3D80-59C7-1DF0-D2B9E0F3AC03}"/>
              </a:ext>
            </a:extLst>
          </p:cNvPr>
          <p:cNvSpPr/>
          <p:nvPr/>
        </p:nvSpPr>
        <p:spPr>
          <a:xfrm>
            <a:off x="263238" y="102260"/>
            <a:ext cx="11928762" cy="5509200"/>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CÁCH CHỌN LOẠI BIẾN KHI NHẬP LIỆU</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Biến định lượng </a:t>
            </a:r>
            <a:r>
              <a:rPr lang="vi-VN" sz="2000" dirty="0">
                <a:solidFill>
                  <a:srgbClr val="FF0000"/>
                </a:solidFill>
                <a:latin typeface="Arial" panose="020B0604020202020204" pitchFamily="34" charset="0"/>
                <a:ea typeface="Tahoma" panose="020B0604030504040204" pitchFamily="34" charset="0"/>
                <a:cs typeface="Arial" panose="020B0604020202020204" pitchFamily="34" charset="0"/>
              </a:rPr>
              <a:t>(float)</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Thể hiện bằng con số (có thể có số lẻ thập phân)</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Biến định tính </a:t>
            </a:r>
            <a:r>
              <a:rPr lang="vi-VN" sz="2000" dirty="0">
                <a:solidFill>
                  <a:srgbClr val="FF0000"/>
                </a:solidFill>
                <a:latin typeface="Arial" panose="020B0604020202020204" pitchFamily="34" charset="0"/>
                <a:ea typeface="Tahoma" panose="020B0604030504040204" pitchFamily="34" charset="0"/>
                <a:cs typeface="Arial" panose="020B0604020202020204" pitchFamily="34" charset="0"/>
              </a:rPr>
              <a:t>(integer)</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Cần phải mã hóa bằng con số (thường là số nguyên)</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Phải mã hóa giá trị của biến số (thí dụ nam=1 nữ =2)</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Biến số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dạng</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choỗi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FF0000"/>
                </a:solidFill>
                <a:latin typeface="Arial" panose="020B0604020202020204" pitchFamily="34" charset="0"/>
                <a:ea typeface="Tahoma" panose="020B0604030504040204" pitchFamily="34" charset="0"/>
                <a:cs typeface="Arial" panose="020B0604020202020204" pitchFamily="34" charset="0"/>
              </a:rPr>
              <a:t>(string)</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Thể hiện bằng biến văn bản</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Biến ngày tháng </a:t>
            </a:r>
            <a:r>
              <a:rPr lang="vi-VN" sz="2000" dirty="0">
                <a:solidFill>
                  <a:srgbClr val="FF0000"/>
                </a:solidFill>
                <a:latin typeface="Arial" panose="020B0604020202020204" pitchFamily="34" charset="0"/>
                <a:ea typeface="Tahoma" panose="020B0604030504040204" pitchFamily="34" charset="0"/>
                <a:cs typeface="Arial" panose="020B0604020202020204" pitchFamily="34" charset="0"/>
              </a:rPr>
              <a:t>(Date)</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Biến mã số tự động </a:t>
            </a:r>
            <a:r>
              <a:rPr lang="vi-VN" sz="2000" dirty="0">
                <a:solidFill>
                  <a:srgbClr val="FF0000"/>
                </a:solidFill>
                <a:latin typeface="Arial" panose="020B0604020202020204" pitchFamily="34" charset="0"/>
                <a:ea typeface="Tahoma" panose="020B0604030504040204" pitchFamily="34" charset="0"/>
                <a:cs typeface="Arial" panose="020B0604020202020204" pitchFamily="34" charset="0"/>
              </a:rPr>
              <a:t>&lt;auto increment&gt;</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ít được dùng</a:t>
            </a:r>
          </a:p>
        </p:txBody>
      </p:sp>
    </p:spTree>
    <p:extLst>
      <p:ext uri="{BB962C8B-B14F-4D97-AF65-F5344CB8AC3E}">
        <p14:creationId xmlns:p14="http://schemas.microsoft.com/office/powerpoint/2010/main" val="367617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6F160-707C-7B90-EEA2-B0AF89BD978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54DD5FF-7DBF-4088-309D-80F0520FD9AC}"/>
              </a:ext>
            </a:extLst>
          </p:cNvPr>
          <p:cNvSpPr/>
          <p:nvPr/>
        </p:nvSpPr>
        <p:spPr>
          <a:xfrm>
            <a:off x="263238" y="102260"/>
            <a:ext cx="11928762" cy="1200329"/>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phần</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mềm</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nhập</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liệu</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và</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lưu</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trữ</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số</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liệu</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vi-VN"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EEBD2B4-EAEA-5E19-C337-1EC058DD0D2E}"/>
              </a:ext>
            </a:extLst>
          </p:cNvPr>
          <p:cNvSpPr/>
          <p:nvPr/>
        </p:nvSpPr>
        <p:spPr>
          <a:xfrm>
            <a:off x="127000" y="933121"/>
            <a:ext cx="5753100" cy="738936"/>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t>Tạo</a:t>
            </a:r>
            <a:r>
              <a:rPr lang="en-US" sz="2400" dirty="0"/>
              <a:t> form </a:t>
            </a:r>
            <a:r>
              <a:rPr lang="en-US" sz="2400" dirty="0" err="1"/>
              <a:t>nhập</a:t>
            </a:r>
            <a:r>
              <a:rPr lang="en-US" sz="2400" dirty="0"/>
              <a:t> </a:t>
            </a:r>
            <a:r>
              <a:rPr lang="en-US" sz="2400" dirty="0" err="1"/>
              <a:t>liệu</a:t>
            </a:r>
            <a:r>
              <a:rPr lang="en-US" sz="2400" dirty="0"/>
              <a:t> </a:t>
            </a:r>
            <a:r>
              <a:rPr lang="en-US" sz="2400" dirty="0">
                <a:sym typeface="Wingdings" panose="05000000000000000000" pitchFamily="2" charset="2"/>
              </a:rPr>
              <a:t> </a:t>
            </a:r>
            <a:r>
              <a:rPr lang="en-US" sz="2400" dirty="0" err="1">
                <a:sym typeface="Wingdings" panose="05000000000000000000" pitchFamily="2" charset="2"/>
              </a:rPr>
              <a:t>xuất</a:t>
            </a:r>
            <a:r>
              <a:rPr lang="en-US" sz="2400" dirty="0">
                <a:sym typeface="Wingdings" panose="05000000000000000000" pitchFamily="2" charset="2"/>
              </a:rPr>
              <a:t> file data</a:t>
            </a:r>
            <a:endParaRPr lang="en-US" sz="2400" dirty="0"/>
          </a:p>
        </p:txBody>
      </p:sp>
      <p:sp>
        <p:nvSpPr>
          <p:cNvPr id="10" name="Rectangle 9">
            <a:extLst>
              <a:ext uri="{FF2B5EF4-FFF2-40B4-BE49-F238E27FC236}">
                <a16:creationId xmlns:a16="http://schemas.microsoft.com/office/drawing/2014/main" id="{1FB71B0F-D7AB-F83C-18BE-F8E770D6D40C}"/>
              </a:ext>
            </a:extLst>
          </p:cNvPr>
          <p:cNvSpPr/>
          <p:nvPr/>
        </p:nvSpPr>
        <p:spPr>
          <a:xfrm>
            <a:off x="6311900" y="950164"/>
            <a:ext cx="5753100" cy="73893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t>Không</a:t>
            </a:r>
            <a:r>
              <a:rPr lang="en-US" sz="2400" dirty="0"/>
              <a:t> </a:t>
            </a:r>
            <a:r>
              <a:rPr lang="en-US" sz="2400" dirty="0" err="1"/>
              <a:t>tạo</a:t>
            </a:r>
            <a:r>
              <a:rPr lang="en-US" sz="2400" dirty="0"/>
              <a:t> form </a:t>
            </a:r>
            <a:r>
              <a:rPr lang="en-US" sz="2400" dirty="0">
                <a:sym typeface="Wingdings" panose="05000000000000000000" pitchFamily="2" charset="2"/>
              </a:rPr>
              <a:t> </a:t>
            </a:r>
            <a:r>
              <a:rPr lang="en-US" sz="2400" dirty="0" err="1">
                <a:sym typeface="Wingdings" panose="05000000000000000000" pitchFamily="2" charset="2"/>
              </a:rPr>
              <a:t>nhập</a:t>
            </a:r>
            <a:r>
              <a:rPr lang="en-US" sz="2400" dirty="0">
                <a:sym typeface="Wingdings" panose="05000000000000000000" pitchFamily="2" charset="2"/>
              </a:rPr>
              <a:t> </a:t>
            </a:r>
            <a:r>
              <a:rPr lang="en-US" sz="2400" dirty="0" err="1">
                <a:sym typeface="Wingdings" panose="05000000000000000000" pitchFamily="2" charset="2"/>
              </a:rPr>
              <a:t>trực</a:t>
            </a:r>
            <a:r>
              <a:rPr lang="en-US" sz="2400" dirty="0">
                <a:sym typeface="Wingdings" panose="05000000000000000000" pitchFamily="2" charset="2"/>
              </a:rPr>
              <a:t> </a:t>
            </a:r>
            <a:r>
              <a:rPr lang="en-US" sz="2400" dirty="0" err="1">
                <a:sym typeface="Wingdings" panose="05000000000000000000" pitchFamily="2" charset="2"/>
              </a:rPr>
              <a:t>tiếp</a:t>
            </a:r>
            <a:r>
              <a:rPr lang="en-US" sz="2400" dirty="0">
                <a:sym typeface="Wingdings" panose="05000000000000000000" pitchFamily="2" charset="2"/>
              </a:rPr>
              <a:t> </a:t>
            </a:r>
            <a:r>
              <a:rPr lang="en-US" sz="2400" dirty="0" err="1">
                <a:sym typeface="Wingdings" panose="05000000000000000000" pitchFamily="2" charset="2"/>
              </a:rPr>
              <a:t>vào</a:t>
            </a:r>
            <a:r>
              <a:rPr lang="en-US" sz="2400" dirty="0">
                <a:sym typeface="Wingdings" panose="05000000000000000000" pitchFamily="2" charset="2"/>
              </a:rPr>
              <a:t> file data</a:t>
            </a:r>
            <a:endParaRPr lang="en-US" sz="2400" dirty="0"/>
          </a:p>
        </p:txBody>
      </p:sp>
      <p:pic>
        <p:nvPicPr>
          <p:cNvPr id="1026" name="Picture 2" descr="REDCap features – Health, innovation and research institute">
            <a:extLst>
              <a:ext uri="{FF2B5EF4-FFF2-40B4-BE49-F238E27FC236}">
                <a16:creationId xmlns:a16="http://schemas.microsoft.com/office/drawing/2014/main" id="{EA1149B9-B455-C88E-EDB6-7C9E5340F9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2363"/>
            <a:ext cx="2590753" cy="8021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ài đặt Phần mềm Epidata MacOS – Phần mềm nhập số liệu – Công Nghệ 4.0">
            <a:extLst>
              <a:ext uri="{FF2B5EF4-FFF2-40B4-BE49-F238E27FC236}">
                <a16:creationId xmlns:a16="http://schemas.microsoft.com/office/drawing/2014/main" id="{6E22A235-FA5C-2CA3-60C4-880E9E4BD0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652" y="1860499"/>
            <a:ext cx="784567" cy="7093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 4">
            <a:extLst>
              <a:ext uri="{FF2B5EF4-FFF2-40B4-BE49-F238E27FC236}">
                <a16:creationId xmlns:a16="http://schemas.microsoft.com/office/drawing/2014/main" id="{55864C69-A5BA-3E42-1E57-037C9DA0F003}"/>
              </a:ext>
            </a:extLst>
          </p:cNvPr>
          <p:cNvSpPr/>
          <p:nvPr/>
        </p:nvSpPr>
        <p:spPr>
          <a:xfrm>
            <a:off x="3684500" y="2098885"/>
            <a:ext cx="1519311" cy="411890"/>
          </a:xfrm>
          <a:prstGeom prst="rect">
            <a:avLst/>
          </a:prstGeom>
          <a:noFill/>
          <a:ln/>
        </p:spPr>
        <p:txBody>
          <a:bodyPr wrap="square" lIns="0" tIns="0" rIns="0" bIns="0" rtlCol="0" anchor="t"/>
          <a:lstStyle/>
          <a:p>
            <a:pPr marL="0" indent="0" algn="l">
              <a:lnSpc>
                <a:spcPts val="2450"/>
              </a:lnSpc>
              <a:buNone/>
            </a:pPr>
            <a:r>
              <a:rPr lang="en-US" sz="2800" dirty="0" err="1">
                <a:solidFill>
                  <a:srgbClr val="15213F"/>
                </a:solidFill>
                <a:latin typeface="Arial" panose="020B0604020202020204" pitchFamily="34" charset="0"/>
                <a:ea typeface="Roboto" pitchFamily="34" charset="-122"/>
                <a:cs typeface="Arial" panose="020B0604020202020204" pitchFamily="34" charset="0"/>
              </a:rPr>
              <a:t>Epidata</a:t>
            </a:r>
            <a:endParaRPr lang="en-US" sz="2800" dirty="0">
              <a:latin typeface="Arial" panose="020B0604020202020204" pitchFamily="34" charset="0"/>
              <a:cs typeface="Arial" panose="020B0604020202020204" pitchFamily="34" charset="0"/>
            </a:endParaRPr>
          </a:p>
        </p:txBody>
      </p:sp>
      <p:pic>
        <p:nvPicPr>
          <p:cNvPr id="1030" name="Picture 6" descr="Kobo Toolbox - Framalibre">
            <a:extLst>
              <a:ext uri="{FF2B5EF4-FFF2-40B4-BE49-F238E27FC236}">
                <a16:creationId xmlns:a16="http://schemas.microsoft.com/office/drawing/2014/main" id="{463DB48D-FD65-0FF0-D3E2-E1F41593452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238" y="2844392"/>
            <a:ext cx="2590753" cy="56740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pi Info APK 1.4.3 for Android – Download Epi Info APK Latest Version from  APKFab.com">
            <a:extLst>
              <a:ext uri="{FF2B5EF4-FFF2-40B4-BE49-F238E27FC236}">
                <a16:creationId xmlns:a16="http://schemas.microsoft.com/office/drawing/2014/main" id="{04DBFE6E-2BA1-AB36-EF8A-1FF4A2E7595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0652" y="2639656"/>
            <a:ext cx="960905" cy="9609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3CA03E8B-4B8C-EB1F-6CEA-071CC484BAA6}"/>
              </a:ext>
            </a:extLst>
          </p:cNvPr>
          <p:cNvSpPr/>
          <p:nvPr/>
        </p:nvSpPr>
        <p:spPr>
          <a:xfrm>
            <a:off x="3913057" y="2999904"/>
            <a:ext cx="1519311"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Epi Info</a:t>
            </a:r>
            <a:endParaRPr lang="en-US" sz="2800" dirty="0">
              <a:latin typeface="Arial" panose="020B0604020202020204" pitchFamily="34" charset="0"/>
              <a:cs typeface="Arial" panose="020B0604020202020204" pitchFamily="34" charset="0"/>
            </a:endParaRPr>
          </a:p>
        </p:txBody>
      </p:sp>
      <p:pic>
        <p:nvPicPr>
          <p:cNvPr id="1034" name="Picture 10">
            <a:extLst>
              <a:ext uri="{FF2B5EF4-FFF2-40B4-BE49-F238E27FC236}">
                <a16:creationId xmlns:a16="http://schemas.microsoft.com/office/drawing/2014/main" id="{B41FAAAD-3474-90E1-CABA-54BE938FD26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81086" y="1838163"/>
            <a:ext cx="1241933" cy="127919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196224C-8715-AC7B-1D50-2A7B22C2768A}"/>
              </a:ext>
            </a:extLst>
          </p:cNvPr>
          <p:cNvPicPr>
            <a:picLocks noChangeAspect="1"/>
          </p:cNvPicPr>
          <p:nvPr/>
        </p:nvPicPr>
        <p:blipFill>
          <a:blip r:embed="rId7"/>
          <a:srcRect l="15948" t="2978" r="12069"/>
          <a:stretch>
            <a:fillRect/>
          </a:stretch>
        </p:blipFill>
        <p:spPr>
          <a:xfrm>
            <a:off x="6881086" y="3600561"/>
            <a:ext cx="1288116" cy="1736192"/>
          </a:xfrm>
          <a:prstGeom prst="rect">
            <a:avLst/>
          </a:prstGeom>
        </p:spPr>
      </p:pic>
      <p:sp>
        <p:nvSpPr>
          <p:cNvPr id="16" name="Text 4">
            <a:extLst>
              <a:ext uri="{FF2B5EF4-FFF2-40B4-BE49-F238E27FC236}">
                <a16:creationId xmlns:a16="http://schemas.microsoft.com/office/drawing/2014/main" id="{F6BF423D-30B4-22E7-1541-BD6210107007}"/>
              </a:ext>
            </a:extLst>
          </p:cNvPr>
          <p:cNvSpPr/>
          <p:nvPr/>
        </p:nvSpPr>
        <p:spPr>
          <a:xfrm>
            <a:off x="8208969" y="2215184"/>
            <a:ext cx="2761245"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Microsoft Excel</a:t>
            </a:r>
            <a:endParaRPr lang="en-US" sz="2800" dirty="0">
              <a:latin typeface="Arial" panose="020B0604020202020204" pitchFamily="34" charset="0"/>
              <a:cs typeface="Arial" panose="020B0604020202020204" pitchFamily="34" charset="0"/>
            </a:endParaRPr>
          </a:p>
        </p:txBody>
      </p:sp>
      <p:sp>
        <p:nvSpPr>
          <p:cNvPr id="17" name="Text 4">
            <a:extLst>
              <a:ext uri="{FF2B5EF4-FFF2-40B4-BE49-F238E27FC236}">
                <a16:creationId xmlns:a16="http://schemas.microsoft.com/office/drawing/2014/main" id="{C351B876-D8AE-B192-09B2-83A6DED5609C}"/>
              </a:ext>
            </a:extLst>
          </p:cNvPr>
          <p:cNvSpPr/>
          <p:nvPr/>
        </p:nvSpPr>
        <p:spPr>
          <a:xfrm>
            <a:off x="8208969" y="4429565"/>
            <a:ext cx="2761245"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Google Sheet</a:t>
            </a:r>
            <a:endParaRPr lang="en-US" sz="2800"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D1FE03C0-9FA4-7594-6A68-C493B7C8995C}"/>
              </a:ext>
            </a:extLst>
          </p:cNvPr>
          <p:cNvPicPr>
            <a:picLocks noChangeAspect="1"/>
          </p:cNvPicPr>
          <p:nvPr/>
        </p:nvPicPr>
        <p:blipFill>
          <a:blip r:embed="rId8"/>
          <a:stretch>
            <a:fillRect/>
          </a:stretch>
        </p:blipFill>
        <p:spPr>
          <a:xfrm>
            <a:off x="-269941" y="3429000"/>
            <a:ext cx="1701875" cy="1134583"/>
          </a:xfrm>
          <a:prstGeom prst="rect">
            <a:avLst/>
          </a:prstGeom>
        </p:spPr>
      </p:pic>
      <p:sp>
        <p:nvSpPr>
          <p:cNvPr id="20" name="Text 4">
            <a:extLst>
              <a:ext uri="{FF2B5EF4-FFF2-40B4-BE49-F238E27FC236}">
                <a16:creationId xmlns:a16="http://schemas.microsoft.com/office/drawing/2014/main" id="{23432DC1-3CF9-C95C-1981-BDC10968BD09}"/>
              </a:ext>
            </a:extLst>
          </p:cNvPr>
          <p:cNvSpPr/>
          <p:nvPr/>
        </p:nvSpPr>
        <p:spPr>
          <a:xfrm>
            <a:off x="1093747" y="3876243"/>
            <a:ext cx="2590753"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Microsoft form</a:t>
            </a:r>
            <a:endParaRPr lang="en-US" sz="2800" dirty="0">
              <a:latin typeface="Arial" panose="020B0604020202020204" pitchFamily="34" charset="0"/>
              <a:cs typeface="Arial" panose="020B0604020202020204" pitchFamily="34" charset="0"/>
            </a:endParaRPr>
          </a:p>
        </p:txBody>
      </p:sp>
      <p:pic>
        <p:nvPicPr>
          <p:cNvPr id="1044" name="Picture 20" descr="Google Forms Icon SVG Vector &amp; PNG Free Download | UXWing">
            <a:extLst>
              <a:ext uri="{FF2B5EF4-FFF2-40B4-BE49-F238E27FC236}">
                <a16:creationId xmlns:a16="http://schemas.microsoft.com/office/drawing/2014/main" id="{6D977808-FBE1-E07D-31CA-AD2C694971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000" y="4635510"/>
            <a:ext cx="1094380" cy="1094380"/>
          </a:xfrm>
          <a:prstGeom prst="rect">
            <a:avLst/>
          </a:prstGeom>
          <a:noFill/>
          <a:extLst>
            <a:ext uri="{909E8E84-426E-40DD-AFC4-6F175D3DCCD1}">
              <a14:hiddenFill xmlns:a14="http://schemas.microsoft.com/office/drawing/2010/main">
                <a:solidFill>
                  <a:srgbClr val="FFFFFF"/>
                </a:solidFill>
              </a14:hiddenFill>
            </a:ext>
          </a:extLst>
        </p:spPr>
      </p:pic>
      <p:sp>
        <p:nvSpPr>
          <p:cNvPr id="22" name="Text 4">
            <a:extLst>
              <a:ext uri="{FF2B5EF4-FFF2-40B4-BE49-F238E27FC236}">
                <a16:creationId xmlns:a16="http://schemas.microsoft.com/office/drawing/2014/main" id="{487B73A7-9FBD-2D97-1AB4-E4A2458523C1}"/>
              </a:ext>
            </a:extLst>
          </p:cNvPr>
          <p:cNvSpPr/>
          <p:nvPr/>
        </p:nvSpPr>
        <p:spPr>
          <a:xfrm>
            <a:off x="1093747" y="5130808"/>
            <a:ext cx="2590753"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Google form</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48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39EF-9B38-29F0-CD6B-048F43301A4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E2BC8FD-5F2F-E6B2-1C26-52A012ADCFBC}"/>
              </a:ext>
            </a:extLst>
          </p:cNvPr>
          <p:cNvSpPr/>
          <p:nvPr/>
        </p:nvSpPr>
        <p:spPr>
          <a:xfrm>
            <a:off x="263238" y="102260"/>
            <a:ext cx="11928762" cy="1200329"/>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phần</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mềm</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nhập</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liệu</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và</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lưu</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trữ</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số</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a:t>
            </a:r>
            <a:r>
              <a:rPr lang="en-US" sz="3700" b="1" dirty="0" err="1">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liệu</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vi-VN"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786D63E-EA18-A7FA-0AA6-91DF75C1123E}"/>
              </a:ext>
            </a:extLst>
          </p:cNvPr>
          <p:cNvSpPr/>
          <p:nvPr/>
        </p:nvSpPr>
        <p:spPr>
          <a:xfrm>
            <a:off x="127000" y="933121"/>
            <a:ext cx="5753100" cy="738936"/>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t>Tạo</a:t>
            </a:r>
            <a:r>
              <a:rPr lang="en-US" sz="2400" dirty="0"/>
              <a:t> form </a:t>
            </a:r>
            <a:r>
              <a:rPr lang="en-US" sz="2400" dirty="0" err="1"/>
              <a:t>nhập</a:t>
            </a:r>
            <a:r>
              <a:rPr lang="en-US" sz="2400" dirty="0"/>
              <a:t> </a:t>
            </a:r>
            <a:r>
              <a:rPr lang="en-US" sz="2400" dirty="0" err="1"/>
              <a:t>liệu</a:t>
            </a:r>
            <a:r>
              <a:rPr lang="en-US" sz="2400" dirty="0"/>
              <a:t> </a:t>
            </a:r>
            <a:r>
              <a:rPr lang="en-US" sz="2400" dirty="0">
                <a:sym typeface="Wingdings" panose="05000000000000000000" pitchFamily="2" charset="2"/>
              </a:rPr>
              <a:t> </a:t>
            </a:r>
            <a:r>
              <a:rPr lang="en-US" sz="2400" dirty="0" err="1">
                <a:sym typeface="Wingdings" panose="05000000000000000000" pitchFamily="2" charset="2"/>
              </a:rPr>
              <a:t>xuất</a:t>
            </a:r>
            <a:r>
              <a:rPr lang="en-US" sz="2400" dirty="0">
                <a:sym typeface="Wingdings" panose="05000000000000000000" pitchFamily="2" charset="2"/>
              </a:rPr>
              <a:t> file data</a:t>
            </a:r>
            <a:endParaRPr lang="en-US" sz="2400" dirty="0"/>
          </a:p>
        </p:txBody>
      </p:sp>
      <p:sp>
        <p:nvSpPr>
          <p:cNvPr id="10" name="Rectangle 9">
            <a:extLst>
              <a:ext uri="{FF2B5EF4-FFF2-40B4-BE49-F238E27FC236}">
                <a16:creationId xmlns:a16="http://schemas.microsoft.com/office/drawing/2014/main" id="{664E5EFE-0A53-5572-6192-58B6CFB7B180}"/>
              </a:ext>
            </a:extLst>
          </p:cNvPr>
          <p:cNvSpPr/>
          <p:nvPr/>
        </p:nvSpPr>
        <p:spPr>
          <a:xfrm>
            <a:off x="6311900" y="950164"/>
            <a:ext cx="5753100" cy="738936"/>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t>Không</a:t>
            </a:r>
            <a:r>
              <a:rPr lang="en-US" sz="2400" dirty="0"/>
              <a:t> </a:t>
            </a:r>
            <a:r>
              <a:rPr lang="en-US" sz="2400" dirty="0" err="1"/>
              <a:t>tạo</a:t>
            </a:r>
            <a:r>
              <a:rPr lang="en-US" sz="2400" dirty="0"/>
              <a:t> form </a:t>
            </a:r>
            <a:r>
              <a:rPr lang="en-US" sz="2400" dirty="0">
                <a:sym typeface="Wingdings" panose="05000000000000000000" pitchFamily="2" charset="2"/>
              </a:rPr>
              <a:t> </a:t>
            </a:r>
            <a:r>
              <a:rPr lang="en-US" sz="2400" dirty="0" err="1">
                <a:sym typeface="Wingdings" panose="05000000000000000000" pitchFamily="2" charset="2"/>
              </a:rPr>
              <a:t>nhập</a:t>
            </a:r>
            <a:r>
              <a:rPr lang="en-US" sz="2400" dirty="0">
                <a:sym typeface="Wingdings" panose="05000000000000000000" pitchFamily="2" charset="2"/>
              </a:rPr>
              <a:t> </a:t>
            </a:r>
            <a:r>
              <a:rPr lang="en-US" sz="2400" dirty="0" err="1">
                <a:sym typeface="Wingdings" panose="05000000000000000000" pitchFamily="2" charset="2"/>
              </a:rPr>
              <a:t>trực</a:t>
            </a:r>
            <a:r>
              <a:rPr lang="en-US" sz="2400" dirty="0">
                <a:sym typeface="Wingdings" panose="05000000000000000000" pitchFamily="2" charset="2"/>
              </a:rPr>
              <a:t> </a:t>
            </a:r>
            <a:r>
              <a:rPr lang="en-US" sz="2400" dirty="0" err="1">
                <a:sym typeface="Wingdings" panose="05000000000000000000" pitchFamily="2" charset="2"/>
              </a:rPr>
              <a:t>tiếp</a:t>
            </a:r>
            <a:r>
              <a:rPr lang="en-US" sz="2400" dirty="0">
                <a:sym typeface="Wingdings" panose="05000000000000000000" pitchFamily="2" charset="2"/>
              </a:rPr>
              <a:t> </a:t>
            </a:r>
            <a:r>
              <a:rPr lang="en-US" sz="2400" dirty="0" err="1">
                <a:sym typeface="Wingdings" panose="05000000000000000000" pitchFamily="2" charset="2"/>
              </a:rPr>
              <a:t>vào</a:t>
            </a:r>
            <a:r>
              <a:rPr lang="en-US" sz="2400" dirty="0">
                <a:sym typeface="Wingdings" panose="05000000000000000000" pitchFamily="2" charset="2"/>
              </a:rPr>
              <a:t> file data</a:t>
            </a:r>
            <a:endParaRPr lang="en-US" sz="2400" dirty="0"/>
          </a:p>
        </p:txBody>
      </p:sp>
      <p:pic>
        <p:nvPicPr>
          <p:cNvPr id="1026" name="Picture 2" descr="REDCap features – Health, innovation and research institute">
            <a:extLst>
              <a:ext uri="{FF2B5EF4-FFF2-40B4-BE49-F238E27FC236}">
                <a16:creationId xmlns:a16="http://schemas.microsoft.com/office/drawing/2014/main" id="{94570550-9626-4725-95C2-2716AB6BD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2363"/>
            <a:ext cx="2590753" cy="8021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ài đặt Phần mềm Epidata MacOS – Phần mềm nhập số liệu – Công Nghệ 4.0">
            <a:extLst>
              <a:ext uri="{FF2B5EF4-FFF2-40B4-BE49-F238E27FC236}">
                <a16:creationId xmlns:a16="http://schemas.microsoft.com/office/drawing/2014/main" id="{4E83CFD4-C140-EA92-2DD8-C34C411342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652" y="1860499"/>
            <a:ext cx="784567" cy="709369"/>
          </a:xfrm>
          <a:prstGeom prst="rect">
            <a:avLst/>
          </a:prstGeom>
          <a:noFill/>
          <a:extLst>
            <a:ext uri="{909E8E84-426E-40DD-AFC4-6F175D3DCCD1}">
              <a14:hiddenFill xmlns:a14="http://schemas.microsoft.com/office/drawing/2010/main">
                <a:solidFill>
                  <a:srgbClr val="FFFFFF"/>
                </a:solidFill>
              </a14:hiddenFill>
            </a:ext>
          </a:extLst>
        </p:spPr>
      </p:pic>
      <p:sp>
        <p:nvSpPr>
          <p:cNvPr id="12" name="Text 4">
            <a:extLst>
              <a:ext uri="{FF2B5EF4-FFF2-40B4-BE49-F238E27FC236}">
                <a16:creationId xmlns:a16="http://schemas.microsoft.com/office/drawing/2014/main" id="{2DEEFBDA-E2CA-4961-E3BE-DC88584BE03A}"/>
              </a:ext>
            </a:extLst>
          </p:cNvPr>
          <p:cNvSpPr/>
          <p:nvPr/>
        </p:nvSpPr>
        <p:spPr>
          <a:xfrm>
            <a:off x="3684500" y="2098885"/>
            <a:ext cx="1519311" cy="411890"/>
          </a:xfrm>
          <a:prstGeom prst="rect">
            <a:avLst/>
          </a:prstGeom>
          <a:noFill/>
          <a:ln/>
        </p:spPr>
        <p:txBody>
          <a:bodyPr wrap="square" lIns="0" tIns="0" rIns="0" bIns="0" rtlCol="0" anchor="t"/>
          <a:lstStyle/>
          <a:p>
            <a:pPr marL="0" indent="0" algn="l">
              <a:lnSpc>
                <a:spcPts val="2450"/>
              </a:lnSpc>
              <a:buNone/>
            </a:pPr>
            <a:r>
              <a:rPr lang="en-US" sz="2800" dirty="0" err="1">
                <a:solidFill>
                  <a:srgbClr val="15213F"/>
                </a:solidFill>
                <a:latin typeface="Arial" panose="020B0604020202020204" pitchFamily="34" charset="0"/>
                <a:ea typeface="Roboto" pitchFamily="34" charset="-122"/>
                <a:cs typeface="Arial" panose="020B0604020202020204" pitchFamily="34" charset="0"/>
              </a:rPr>
              <a:t>Epidata</a:t>
            </a:r>
            <a:endParaRPr lang="en-US" sz="2800" dirty="0">
              <a:latin typeface="Arial" panose="020B0604020202020204" pitchFamily="34" charset="0"/>
              <a:cs typeface="Arial" panose="020B0604020202020204" pitchFamily="34" charset="0"/>
            </a:endParaRPr>
          </a:p>
        </p:txBody>
      </p:sp>
      <p:pic>
        <p:nvPicPr>
          <p:cNvPr id="1030" name="Picture 6" descr="Kobo Toolbox - Framalibre">
            <a:extLst>
              <a:ext uri="{FF2B5EF4-FFF2-40B4-BE49-F238E27FC236}">
                <a16:creationId xmlns:a16="http://schemas.microsoft.com/office/drawing/2014/main" id="{18B716DD-6537-B1DA-273E-8E52A2550D6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238" y="2844392"/>
            <a:ext cx="2590753" cy="56740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pi Info APK 1.4.3 for Android – Download Epi Info APK Latest Version from  APKFab.com">
            <a:extLst>
              <a:ext uri="{FF2B5EF4-FFF2-40B4-BE49-F238E27FC236}">
                <a16:creationId xmlns:a16="http://schemas.microsoft.com/office/drawing/2014/main" id="{8DF96340-3992-8C61-E808-7E66AE509EF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0652" y="2639656"/>
            <a:ext cx="960905" cy="9609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
            <a:extLst>
              <a:ext uri="{FF2B5EF4-FFF2-40B4-BE49-F238E27FC236}">
                <a16:creationId xmlns:a16="http://schemas.microsoft.com/office/drawing/2014/main" id="{8A2221A9-7F2E-E950-6D78-0997969E9FC0}"/>
              </a:ext>
            </a:extLst>
          </p:cNvPr>
          <p:cNvSpPr/>
          <p:nvPr/>
        </p:nvSpPr>
        <p:spPr>
          <a:xfrm>
            <a:off x="3913057" y="2999904"/>
            <a:ext cx="1519311"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Epi Info</a:t>
            </a:r>
            <a:endParaRPr lang="en-US" sz="2800" dirty="0">
              <a:latin typeface="Arial" panose="020B0604020202020204" pitchFamily="34" charset="0"/>
              <a:cs typeface="Arial" panose="020B0604020202020204" pitchFamily="34" charset="0"/>
            </a:endParaRPr>
          </a:p>
        </p:txBody>
      </p:sp>
      <p:pic>
        <p:nvPicPr>
          <p:cNvPr id="1034" name="Picture 10">
            <a:extLst>
              <a:ext uri="{FF2B5EF4-FFF2-40B4-BE49-F238E27FC236}">
                <a16:creationId xmlns:a16="http://schemas.microsoft.com/office/drawing/2014/main" id="{BECABECE-2CA4-3214-EC21-28334F50CDE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81086" y="1838163"/>
            <a:ext cx="1241933" cy="127919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9C82408-BE14-B347-EB0A-36AA23ED99F0}"/>
              </a:ext>
            </a:extLst>
          </p:cNvPr>
          <p:cNvPicPr>
            <a:picLocks noChangeAspect="1"/>
          </p:cNvPicPr>
          <p:nvPr/>
        </p:nvPicPr>
        <p:blipFill>
          <a:blip r:embed="rId7"/>
          <a:srcRect l="15948" t="2978" r="12069"/>
          <a:stretch>
            <a:fillRect/>
          </a:stretch>
        </p:blipFill>
        <p:spPr>
          <a:xfrm>
            <a:off x="6881086" y="3600561"/>
            <a:ext cx="1288116" cy="1736192"/>
          </a:xfrm>
          <a:prstGeom prst="rect">
            <a:avLst/>
          </a:prstGeom>
        </p:spPr>
      </p:pic>
      <p:sp>
        <p:nvSpPr>
          <p:cNvPr id="16" name="Text 4">
            <a:extLst>
              <a:ext uri="{FF2B5EF4-FFF2-40B4-BE49-F238E27FC236}">
                <a16:creationId xmlns:a16="http://schemas.microsoft.com/office/drawing/2014/main" id="{8AB20504-9803-253D-3519-16AEF679F7C8}"/>
              </a:ext>
            </a:extLst>
          </p:cNvPr>
          <p:cNvSpPr/>
          <p:nvPr/>
        </p:nvSpPr>
        <p:spPr>
          <a:xfrm>
            <a:off x="8208969" y="2215184"/>
            <a:ext cx="2761245"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Microsoft Excel</a:t>
            </a:r>
            <a:endParaRPr lang="en-US" sz="2800" dirty="0">
              <a:latin typeface="Arial" panose="020B0604020202020204" pitchFamily="34" charset="0"/>
              <a:cs typeface="Arial" panose="020B0604020202020204" pitchFamily="34" charset="0"/>
            </a:endParaRPr>
          </a:p>
        </p:txBody>
      </p:sp>
      <p:sp>
        <p:nvSpPr>
          <p:cNvPr id="17" name="Text 4">
            <a:extLst>
              <a:ext uri="{FF2B5EF4-FFF2-40B4-BE49-F238E27FC236}">
                <a16:creationId xmlns:a16="http://schemas.microsoft.com/office/drawing/2014/main" id="{1D12E6B2-E43F-95B8-C8FE-622286DEE9A5}"/>
              </a:ext>
            </a:extLst>
          </p:cNvPr>
          <p:cNvSpPr/>
          <p:nvPr/>
        </p:nvSpPr>
        <p:spPr>
          <a:xfrm>
            <a:off x="8208969" y="4429565"/>
            <a:ext cx="2761245"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Google Sheet</a:t>
            </a:r>
            <a:endParaRPr lang="en-US" sz="2800"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A49CD83A-1FE6-D884-DD0C-97D6AEEB3DC7}"/>
              </a:ext>
            </a:extLst>
          </p:cNvPr>
          <p:cNvPicPr>
            <a:picLocks noChangeAspect="1"/>
          </p:cNvPicPr>
          <p:nvPr/>
        </p:nvPicPr>
        <p:blipFill>
          <a:blip r:embed="rId8"/>
          <a:stretch>
            <a:fillRect/>
          </a:stretch>
        </p:blipFill>
        <p:spPr>
          <a:xfrm>
            <a:off x="-269941" y="3429000"/>
            <a:ext cx="1701875" cy="1134583"/>
          </a:xfrm>
          <a:prstGeom prst="rect">
            <a:avLst/>
          </a:prstGeom>
        </p:spPr>
      </p:pic>
      <p:sp>
        <p:nvSpPr>
          <p:cNvPr id="20" name="Text 4">
            <a:extLst>
              <a:ext uri="{FF2B5EF4-FFF2-40B4-BE49-F238E27FC236}">
                <a16:creationId xmlns:a16="http://schemas.microsoft.com/office/drawing/2014/main" id="{DBD3309A-48DC-801E-0AB2-535B413B716C}"/>
              </a:ext>
            </a:extLst>
          </p:cNvPr>
          <p:cNvSpPr/>
          <p:nvPr/>
        </p:nvSpPr>
        <p:spPr>
          <a:xfrm>
            <a:off x="1093747" y="3876243"/>
            <a:ext cx="2590753"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Microsoft form</a:t>
            </a:r>
            <a:endParaRPr lang="en-US" sz="2800" dirty="0">
              <a:latin typeface="Arial" panose="020B0604020202020204" pitchFamily="34" charset="0"/>
              <a:cs typeface="Arial" panose="020B0604020202020204" pitchFamily="34" charset="0"/>
            </a:endParaRPr>
          </a:p>
        </p:txBody>
      </p:sp>
      <p:pic>
        <p:nvPicPr>
          <p:cNvPr id="1044" name="Picture 20" descr="Google Forms Icon SVG Vector &amp; PNG Free Download | UXWing">
            <a:extLst>
              <a:ext uri="{FF2B5EF4-FFF2-40B4-BE49-F238E27FC236}">
                <a16:creationId xmlns:a16="http://schemas.microsoft.com/office/drawing/2014/main" id="{24B59111-F969-58A2-6D82-331CD88D44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000" y="4635510"/>
            <a:ext cx="1094380" cy="1094380"/>
          </a:xfrm>
          <a:prstGeom prst="rect">
            <a:avLst/>
          </a:prstGeom>
          <a:noFill/>
          <a:extLst>
            <a:ext uri="{909E8E84-426E-40DD-AFC4-6F175D3DCCD1}">
              <a14:hiddenFill xmlns:a14="http://schemas.microsoft.com/office/drawing/2010/main">
                <a:solidFill>
                  <a:srgbClr val="FFFFFF"/>
                </a:solidFill>
              </a14:hiddenFill>
            </a:ext>
          </a:extLst>
        </p:spPr>
      </p:pic>
      <p:sp>
        <p:nvSpPr>
          <p:cNvPr id="22" name="Text 4">
            <a:extLst>
              <a:ext uri="{FF2B5EF4-FFF2-40B4-BE49-F238E27FC236}">
                <a16:creationId xmlns:a16="http://schemas.microsoft.com/office/drawing/2014/main" id="{E85CE7E1-A323-01FF-A310-38E3F36BF64B}"/>
              </a:ext>
            </a:extLst>
          </p:cNvPr>
          <p:cNvSpPr/>
          <p:nvPr/>
        </p:nvSpPr>
        <p:spPr>
          <a:xfrm>
            <a:off x="1093747" y="5130808"/>
            <a:ext cx="2590753"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Google form</a:t>
            </a:r>
            <a:endParaRPr lang="en-US" sz="2800" dirty="0">
              <a:latin typeface="Arial" panose="020B0604020202020204" pitchFamily="34" charset="0"/>
              <a:cs typeface="Arial" panose="020B0604020202020204" pitchFamily="34" charset="0"/>
            </a:endParaRPr>
          </a:p>
        </p:txBody>
      </p:sp>
      <p:sp>
        <p:nvSpPr>
          <p:cNvPr id="2" name="Text 4">
            <a:hlinkClick r:id="rId10"/>
            <a:extLst>
              <a:ext uri="{FF2B5EF4-FFF2-40B4-BE49-F238E27FC236}">
                <a16:creationId xmlns:a16="http://schemas.microsoft.com/office/drawing/2014/main" id="{23AFC919-A69D-6343-6101-5D97CDEA55D9}"/>
              </a:ext>
            </a:extLst>
          </p:cNvPr>
          <p:cNvSpPr/>
          <p:nvPr/>
        </p:nvSpPr>
        <p:spPr>
          <a:xfrm>
            <a:off x="5733975" y="6232056"/>
            <a:ext cx="2590753" cy="411890"/>
          </a:xfrm>
          <a:prstGeom prst="rect">
            <a:avLst/>
          </a:prstGeom>
          <a:noFill/>
          <a:ln/>
        </p:spPr>
        <p:txBody>
          <a:bodyPr wrap="square" lIns="0" tIns="0" rIns="0" bIns="0" rtlCol="0" anchor="t"/>
          <a:lstStyle/>
          <a:p>
            <a:pPr marL="0" indent="0" algn="l">
              <a:lnSpc>
                <a:spcPts val="2450"/>
              </a:lnSpc>
              <a:buNone/>
            </a:pPr>
            <a:r>
              <a:rPr lang="en-US" sz="2800" dirty="0">
                <a:solidFill>
                  <a:srgbClr val="15213F"/>
                </a:solidFill>
                <a:latin typeface="Arial" panose="020B0604020202020204" pitchFamily="34" charset="0"/>
                <a:ea typeface="Roboto" pitchFamily="34" charset="-122"/>
                <a:cs typeface="Arial" panose="020B0604020202020204" pitchFamily="34" charset="0"/>
              </a:rPr>
              <a:t>Chatbot</a:t>
            </a:r>
            <a:endParaRPr lang="en-US" sz="2800" dirty="0">
              <a:latin typeface="Arial" panose="020B0604020202020204" pitchFamily="34" charset="0"/>
              <a:cs typeface="Arial" panose="020B0604020202020204" pitchFamily="34" charset="0"/>
            </a:endParaRPr>
          </a:p>
        </p:txBody>
      </p:sp>
      <p:pic>
        <p:nvPicPr>
          <p:cNvPr id="4098" name="Picture 2" descr="Chatbot png Images - Free Download on Freepik">
            <a:extLst>
              <a:ext uri="{FF2B5EF4-FFF2-40B4-BE49-F238E27FC236}">
                <a16:creationId xmlns:a16="http://schemas.microsoft.com/office/drawing/2014/main" id="{9B176594-AD9B-02D1-F474-D331CDFF6B07}"/>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8546" b="18073"/>
          <a:stretch>
            <a:fillRect/>
          </a:stretch>
        </p:blipFill>
        <p:spPr bwMode="auto">
          <a:xfrm>
            <a:off x="4149805" y="5794835"/>
            <a:ext cx="1516070" cy="960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408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90E01C-BBC9-7D36-2448-4C9880827572}"/>
              </a:ext>
            </a:extLst>
          </p:cNvPr>
          <p:cNvSpPr/>
          <p:nvPr/>
        </p:nvSpPr>
        <p:spPr>
          <a:xfrm>
            <a:off x="2530623" y="2705725"/>
            <a:ext cx="7130753" cy="1446550"/>
          </a:xfrm>
          <a:prstGeom prst="rect">
            <a:avLst/>
          </a:prstGeom>
        </p:spPr>
        <p:txBody>
          <a:bodyPr wrap="square">
            <a:spAutoFit/>
          </a:bodyPr>
          <a:lstStyle/>
          <a:p>
            <a:pPr algn="ctr">
              <a:spcBef>
                <a:spcPts val="1800"/>
              </a:spcBef>
            </a:pPr>
            <a:r>
              <a:rPr lang="en-US" sz="44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GIỚI THIỆU PHẦN MỀM EPIDATA</a:t>
            </a:r>
            <a:endParaRPr lang="vi-VN" sz="44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p:txBody>
      </p:sp>
      <p:pic>
        <p:nvPicPr>
          <p:cNvPr id="2" name="Picture 4" descr="Cài đặt Phần mềm Epidata MacOS – Phần mềm nhập số liệu – Công Nghệ 4.0">
            <a:extLst>
              <a:ext uri="{FF2B5EF4-FFF2-40B4-BE49-F238E27FC236}">
                <a16:creationId xmlns:a16="http://schemas.microsoft.com/office/drawing/2014/main" id="{002D4321-C758-3841-AA64-649256D066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06474" y="3429000"/>
            <a:ext cx="1241933" cy="1122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432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132B-A4AD-5466-2765-8FDE12AEE60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13437DF-4F06-5C4F-6295-E1B22312D466}"/>
              </a:ext>
            </a:extLst>
          </p:cNvPr>
          <p:cNvSpPr/>
          <p:nvPr/>
        </p:nvSpPr>
        <p:spPr>
          <a:xfrm>
            <a:off x="263238" y="102260"/>
            <a:ext cx="11928762" cy="1200329"/>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thành phần chính của EPIDATA</a:t>
            </a: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83E0A96-62F4-9AE5-D39E-B78CEE819DE6}"/>
              </a:ext>
            </a:extLst>
          </p:cNvPr>
          <p:cNvPicPr>
            <a:picLocks noChangeAspect="1"/>
          </p:cNvPicPr>
          <p:nvPr/>
        </p:nvPicPr>
        <p:blipFill>
          <a:blip r:embed="rId2"/>
          <a:stretch>
            <a:fillRect/>
          </a:stretch>
        </p:blipFill>
        <p:spPr>
          <a:xfrm>
            <a:off x="4834597" y="952438"/>
            <a:ext cx="7357403" cy="5644904"/>
          </a:xfrm>
          <a:prstGeom prst="rect">
            <a:avLst/>
          </a:prstGeom>
        </p:spPr>
      </p:pic>
      <p:sp>
        <p:nvSpPr>
          <p:cNvPr id="9" name="Rectangle 8">
            <a:extLst>
              <a:ext uri="{FF2B5EF4-FFF2-40B4-BE49-F238E27FC236}">
                <a16:creationId xmlns:a16="http://schemas.microsoft.com/office/drawing/2014/main" id="{21392DC0-1AC2-C132-78C9-4C7D3F2BC784}"/>
              </a:ext>
            </a:extLst>
          </p:cNvPr>
          <p:cNvSpPr/>
          <p:nvPr/>
        </p:nvSpPr>
        <p:spPr>
          <a:xfrm>
            <a:off x="263237" y="1126856"/>
            <a:ext cx="4571359" cy="4862870"/>
          </a:xfrm>
          <a:prstGeom prst="rect">
            <a:avLst/>
          </a:prstGeom>
        </p:spPr>
        <p:txBody>
          <a:bodyPr wrap="square">
            <a:spAutoFit/>
          </a:bodyPr>
          <a:lstStyle/>
          <a:p>
            <a:pPr marL="571500" indent="-571500">
              <a:spcBef>
                <a:spcPts val="1800"/>
              </a:spcBef>
              <a:buFont typeface="Wingdings" panose="05000000000000000000" pitchFamily="2" charset="2"/>
              <a:buChar char="§"/>
              <a:tabLst>
                <a:tab pos="6988175" algn="l"/>
              </a:tabLst>
            </a:pPr>
            <a:r>
              <a:rPr lang="vi-VN" sz="2000" b="1" dirty="0">
                <a:solidFill>
                  <a:srgbClr val="153F4A"/>
                </a:solidFill>
                <a:latin typeface="Arial" panose="020B0604020202020204" pitchFamily="34" charset="0"/>
                <a:ea typeface="Tahoma" panose="020B0604030504040204" pitchFamily="34" charset="0"/>
                <a:cs typeface="Arial" panose="020B0604020202020204" pitchFamily="34" charset="0"/>
              </a:rPr>
              <a:t>EPIDATA MANAGER</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Tạo và quản lý Form nhập liệu</a:t>
            </a:r>
          </a:p>
          <a:p>
            <a:pPr marL="571500" indent="-571500">
              <a:spcBef>
                <a:spcPts val="1800"/>
              </a:spcBef>
              <a:buFont typeface="Wingdings" panose="05000000000000000000" pitchFamily="2" charset="2"/>
              <a:buChar char="§"/>
              <a:tabLst>
                <a:tab pos="6988175" algn="l"/>
              </a:tabLst>
            </a:pPr>
            <a:r>
              <a:rPr lang="vi-VN" sz="2000" b="1" dirty="0">
                <a:solidFill>
                  <a:srgbClr val="153F4A"/>
                </a:solidFill>
                <a:latin typeface="Arial" panose="020B0604020202020204" pitchFamily="34" charset="0"/>
                <a:ea typeface="Tahoma" panose="020B0604030504040204" pitchFamily="34" charset="0"/>
                <a:cs typeface="Arial" panose="020B0604020202020204" pitchFamily="34" charset="0"/>
              </a:rPr>
              <a:t>EPIDATA ENTRY</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Nhập dữ liệu</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b="1" dirty="0">
                <a:solidFill>
                  <a:srgbClr val="153F4A"/>
                </a:solidFill>
                <a:latin typeface="Arial" panose="020B0604020202020204" pitchFamily="34" charset="0"/>
                <a:ea typeface="Tahoma" panose="020B0604030504040204" pitchFamily="34" charset="0"/>
                <a:cs typeface="Arial" panose="020B0604020202020204" pitchFamily="34" charset="0"/>
              </a:rPr>
              <a:t>EPIDATA ANALYSIS</a:t>
            </a:r>
          </a:p>
          <a:p>
            <a:pPr marL="1028644" lvl="1"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Phân tích dữ liệu cơ bản, tạo bảng tần số, biểu đồ</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lgn="just">
              <a:spcBef>
                <a:spcPts val="1800"/>
              </a:spcBef>
              <a:tabLst>
                <a:tab pos="6988175" algn="l"/>
              </a:tabLst>
            </a:pPr>
            <a:r>
              <a:rPr lang="vi-VN" sz="2000" b="1" dirty="0">
                <a:solidFill>
                  <a:srgbClr val="153F4A"/>
                </a:solidFill>
                <a:latin typeface="Arial" panose="020B0604020202020204" pitchFamily="34" charset="0"/>
                <a:ea typeface="Tahoma" panose="020B0604030504040204" pitchFamily="34" charset="0"/>
                <a:cs typeface="Arial" panose="020B0604020202020204" pitchFamily="34" charset="0"/>
              </a:rPr>
              <a:t>Lưu ý</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Cần tách riêng phần quản lý và nhập liệu, tránh để người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nhập liệu thay đổi cấu trúc Form nhập liệu tùy ý</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594668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4532-36D3-3579-8474-82726500318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C64BB06-9A3B-33AF-4026-EAE1250530F2}"/>
              </a:ext>
            </a:extLst>
          </p:cNvPr>
          <p:cNvSpPr/>
          <p:nvPr/>
        </p:nvSpPr>
        <p:spPr>
          <a:xfrm>
            <a:off x="263238" y="102260"/>
            <a:ext cx="11928762" cy="4431983"/>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EPIDATA</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MANAGER</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Là hệ thống chung của các phần mềm EpiData để xử lý dữ 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và siêu dữ liệu (meta-data)</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Người dùng ưa thích giao diện đồ họa</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Sử dụng cho máy vi tính với các hệ điều hành khác nhau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(Windows, Mac, Linux…)</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Sử dụng Unicode UTF-8 characters -&gt;Ký tự không phải là tiếng</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Latin</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Mã hóa và ghi nhật ký (theo chuẩn GCP để quản lý dữ liệu y tế)</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Kiểm soát việc truy cập dữ liệu của người dùng</a:t>
            </a:r>
          </a:p>
          <a:p>
            <a:pPr marL="571500" indent="-571500">
              <a:spcBef>
                <a:spcPts val="1800"/>
              </a:spcBef>
              <a:buFont typeface="Wingdings" panose="05000000000000000000" pitchFamily="2" charset="2"/>
              <a:buChar char="§"/>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Không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thể</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thay đổi quy tắc hoặc cấu trúc khi nhập 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liệu với EpiData Entry</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7630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E01A9-1968-9A94-C447-69BB3E601C2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D817DE2-5A50-69C7-C6FE-2EAE05FB2AC4}"/>
              </a:ext>
            </a:extLst>
          </p:cNvPr>
          <p:cNvSpPr/>
          <p:nvPr/>
        </p:nvSpPr>
        <p:spPr>
          <a:xfrm>
            <a:off x="263238" y="102260"/>
            <a:ext cx="11928762" cy="6047809"/>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EPIDATA</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MANAGER: MENU LỆNH</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1. Select project: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Tạo</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mới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hoặc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mở</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project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có</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sẵn</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2. Project details: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thông</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tin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nghiên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cứu</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3.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Dataform</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Tùy</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chỉnh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yếu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tố</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của</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Form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4. Document: Báo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cáo</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cấu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trúc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so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sánh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file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trùng</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lắp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thẩm</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định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5. Enter Data: Liên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kết</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Epidata</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Entry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để</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6. Export: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Chuyển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dữ</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sang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định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dạng</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khác</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E6D239A-740C-60EA-796E-FD69595ABD90}"/>
              </a:ext>
            </a:extLst>
          </p:cNvPr>
          <p:cNvPicPr>
            <a:picLocks noChangeAspect="1"/>
          </p:cNvPicPr>
          <p:nvPr/>
        </p:nvPicPr>
        <p:blipFill>
          <a:blip r:embed="rId2"/>
          <a:stretch>
            <a:fillRect/>
          </a:stretch>
        </p:blipFill>
        <p:spPr>
          <a:xfrm>
            <a:off x="473933" y="923341"/>
            <a:ext cx="11244134" cy="1754866"/>
          </a:xfrm>
          <a:prstGeom prst="rect">
            <a:avLst/>
          </a:prstGeom>
        </p:spPr>
      </p:pic>
    </p:spTree>
    <p:extLst>
      <p:ext uri="{BB962C8B-B14F-4D97-AF65-F5344CB8AC3E}">
        <p14:creationId xmlns:p14="http://schemas.microsoft.com/office/powerpoint/2010/main" val="267624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14B3-5BFC-7492-98E5-4E31584AECF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2A8F64E-FBC6-8C66-8B39-D7223C8EBEE1}"/>
              </a:ext>
            </a:extLst>
          </p:cNvPr>
          <p:cNvSpPr/>
          <p:nvPr/>
        </p:nvSpPr>
        <p:spPr>
          <a:xfrm>
            <a:off x="263238" y="102260"/>
            <a:ext cx="11928762" cy="4970591"/>
          </a:xfrm>
          <a:prstGeom prst="rect">
            <a:avLst/>
          </a:prstGeom>
        </p:spPr>
        <p:txBody>
          <a:bodyPr wrap="square">
            <a:spAutoFit/>
          </a:bodyPr>
          <a:lstStyle/>
          <a:p>
            <a:pPr algn="ctr">
              <a:spcBef>
                <a:spcPts val="1800"/>
              </a:spcBef>
            </a:pP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EPIDATA</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MANAGER: MENU LỆNH</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a -&gt; f: tạo mới, mở file, lưu file, tạo dataform</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g: nhập dữ liệu và cấu trúc dữ liệu</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h: in bản nhập liệu</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j -&gt; p: Nhập các trường biến theo ý muốn</a:t>
            </a:r>
          </a:p>
        </p:txBody>
      </p:sp>
      <p:pic>
        <p:nvPicPr>
          <p:cNvPr id="2" name="Picture 1">
            <a:extLst>
              <a:ext uri="{FF2B5EF4-FFF2-40B4-BE49-F238E27FC236}">
                <a16:creationId xmlns:a16="http://schemas.microsoft.com/office/drawing/2014/main" id="{842BAE4C-D27D-3673-30AA-6F1AB4DB1FE4}"/>
              </a:ext>
            </a:extLst>
          </p:cNvPr>
          <p:cNvPicPr>
            <a:picLocks noChangeAspect="1"/>
          </p:cNvPicPr>
          <p:nvPr/>
        </p:nvPicPr>
        <p:blipFill>
          <a:blip r:embed="rId2"/>
          <a:stretch>
            <a:fillRect/>
          </a:stretch>
        </p:blipFill>
        <p:spPr>
          <a:xfrm>
            <a:off x="447195" y="818861"/>
            <a:ext cx="11072526" cy="2153520"/>
          </a:xfrm>
          <a:prstGeom prst="rect">
            <a:avLst/>
          </a:prstGeom>
        </p:spPr>
      </p:pic>
      <p:sp>
        <p:nvSpPr>
          <p:cNvPr id="5" name="TextBox 4">
            <a:extLst>
              <a:ext uri="{FF2B5EF4-FFF2-40B4-BE49-F238E27FC236}">
                <a16:creationId xmlns:a16="http://schemas.microsoft.com/office/drawing/2014/main" id="{D5CC1309-C146-770F-44E0-ECF511346403}"/>
              </a:ext>
            </a:extLst>
          </p:cNvPr>
          <p:cNvSpPr txBox="1"/>
          <p:nvPr/>
        </p:nvSpPr>
        <p:spPr>
          <a:xfrm>
            <a:off x="6096000" y="3029932"/>
            <a:ext cx="6098344" cy="3093154"/>
          </a:xfrm>
          <a:prstGeom prst="rect">
            <a:avLst/>
          </a:prstGeom>
          <a:noFill/>
        </p:spPr>
        <p:txBody>
          <a:bodyPr wrap="square">
            <a:spAutoFit/>
          </a:bodyPr>
          <a:lstStyle/>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q: tạo đề mục (Heading)</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r: tạo vùng (Section)</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s: mở rộng trang</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t: Edit</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u,v: delete</a:t>
            </a:r>
          </a:p>
          <a:p>
            <a:pPr>
              <a:spcBef>
                <a:spcPts val="1800"/>
              </a:spcBef>
              <a:tabLst>
                <a:tab pos="6988175" algn="l"/>
              </a:tabLst>
            </a:pPr>
            <a:r>
              <a:rPr lang="vi-VN" sz="2000" dirty="0">
                <a:solidFill>
                  <a:srgbClr val="153F4A"/>
                </a:solidFill>
                <a:latin typeface="Arial" panose="020B0604020202020204" pitchFamily="34" charset="0"/>
                <a:ea typeface="Tahoma" panose="020B0604030504040204" pitchFamily="34" charset="0"/>
                <a:cs typeface="Arial" panose="020B0604020202020204" pitchFamily="34" charset="0"/>
              </a:rPr>
              <a:t>• w: căn chỉnh lề (Align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a:t>
            </a:r>
            <a:endParaRPr lang="en-US" sz="2000" dirty="0"/>
          </a:p>
        </p:txBody>
      </p:sp>
    </p:spTree>
    <p:extLst>
      <p:ext uri="{BB962C8B-B14F-4D97-AF65-F5344CB8AC3E}">
        <p14:creationId xmlns:p14="http://schemas.microsoft.com/office/powerpoint/2010/main" val="881317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0E98-2611-3D35-6932-FBB69AFC35E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7ED4EE6-67E5-366B-F1F9-9062E1CAE6F4}"/>
              </a:ext>
            </a:extLst>
          </p:cNvPr>
          <p:cNvSpPr/>
          <p:nvPr/>
        </p:nvSpPr>
        <p:spPr>
          <a:xfrm>
            <a:off x="263238" y="102260"/>
            <a:ext cx="11928762" cy="4970591"/>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CÁC LOẠI BIẾN TRONG </a:t>
            </a:r>
            <a:r>
              <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EPIDATA</a:t>
            </a: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 MANAGER</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1: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Interger</a:t>
            </a:r>
            <a:endParaRPr lang="en-US" sz="2000" dirty="0">
              <a:solidFill>
                <a:srgbClr val="153F4A"/>
              </a:solidFill>
              <a:latin typeface="Arial" panose="020B0604020202020204" pitchFamily="34" charset="0"/>
              <a:ea typeface="Tahoma" panose="020B0604030504040204" pitchFamily="34" charset="0"/>
              <a:cs typeface="Arial" panose="020B0604020202020204" pitchFamily="34" charset="0"/>
            </a:endParaRP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2. Float</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3. String</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4. Date</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5. Time</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6. Auto-increment</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7. Other: Auto date/Auto Time/Boolean</a:t>
            </a:r>
          </a:p>
          <a:p>
            <a:pPr>
              <a:spcBef>
                <a:spcPts val="1800"/>
              </a:spcBef>
              <a:tabLst>
                <a:tab pos="6988175" algn="l"/>
              </a:tabLst>
            </a:pP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8. Heading</a:t>
            </a:r>
          </a:p>
        </p:txBody>
      </p:sp>
      <p:pic>
        <p:nvPicPr>
          <p:cNvPr id="7" name="Picture 6">
            <a:extLst>
              <a:ext uri="{FF2B5EF4-FFF2-40B4-BE49-F238E27FC236}">
                <a16:creationId xmlns:a16="http://schemas.microsoft.com/office/drawing/2014/main" id="{16AF98F7-E0C0-A669-FF68-6E70AA5553B8}"/>
              </a:ext>
            </a:extLst>
          </p:cNvPr>
          <p:cNvPicPr>
            <a:picLocks noChangeAspect="1"/>
          </p:cNvPicPr>
          <p:nvPr/>
        </p:nvPicPr>
        <p:blipFill>
          <a:blip r:embed="rId2"/>
          <a:srcRect t="28069"/>
          <a:stretch>
            <a:fillRect/>
          </a:stretch>
        </p:blipFill>
        <p:spPr>
          <a:xfrm>
            <a:off x="3559126" y="2367789"/>
            <a:ext cx="7819727" cy="1313681"/>
          </a:xfrm>
          <a:prstGeom prst="rect">
            <a:avLst/>
          </a:prstGeom>
        </p:spPr>
      </p:pic>
    </p:spTree>
    <p:extLst>
      <p:ext uri="{BB962C8B-B14F-4D97-AF65-F5344CB8AC3E}">
        <p14:creationId xmlns:p14="http://schemas.microsoft.com/office/powerpoint/2010/main" val="1473636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1D827-BB15-BBBE-E3B3-576B868B704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E28124D-ED11-9D81-E525-FE356AF2D63F}"/>
              </a:ext>
            </a:extLst>
          </p:cNvPr>
          <p:cNvSpPr/>
          <p:nvPr/>
        </p:nvSpPr>
        <p:spPr>
          <a:xfrm>
            <a:off x="263238" y="102260"/>
            <a:ext cx="11928762" cy="2046714"/>
          </a:xfrm>
          <a:prstGeom prst="rect">
            <a:avLst/>
          </a:prstGeom>
        </p:spPr>
        <p:txBody>
          <a:bodyPr wrap="square">
            <a:spAutoFit/>
          </a:bodyPr>
          <a:lstStyle/>
          <a:p>
            <a:pPr algn="ctr">
              <a:spcBef>
                <a:spcPts val="1800"/>
              </a:spcBef>
            </a:pPr>
            <a:r>
              <a:rPr lang="en-US"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rPr>
              <a:t>THỰC HÀNH</a:t>
            </a:r>
            <a:endParaRPr lang="vi-VN" sz="3700" b="1" dirty="0">
              <a:solidFill>
                <a:srgbClr val="6AD2DF"/>
              </a:solidFill>
              <a:effectLst>
                <a:outerShdw blurRad="38100" dist="38100" dir="2700000" algn="tl">
                  <a:srgbClr val="000000">
                    <a:alpha val="43137"/>
                  </a:srgbClr>
                </a:outerShdw>
              </a:effectLst>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Bài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1.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Xác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định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loại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biến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của</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phiếu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ysClr val="windowText" lastClr="000000"/>
                </a:solidFill>
                <a:latin typeface="Arial" panose="020B0604020202020204" pitchFamily="34" charset="0"/>
                <a:ea typeface="Tahoma" panose="020B060403050404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Phiếu</a:t>
            </a:r>
            <a:r>
              <a:rPr lang="en-US" sz="2000" dirty="0">
                <a:solidFill>
                  <a:sysClr val="windowText" lastClr="000000"/>
                </a:solidFill>
                <a:latin typeface="Arial" panose="020B0604020202020204" pitchFamily="34" charset="0"/>
                <a:ea typeface="Tahoma" panose="020B060403050404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 </a:t>
            </a:r>
            <a:r>
              <a:rPr lang="en-US" sz="2000" dirty="0" err="1">
                <a:solidFill>
                  <a:sysClr val="windowText" lastClr="000000"/>
                </a:solidFill>
                <a:latin typeface="Arial" panose="020B0604020202020204" pitchFamily="34" charset="0"/>
                <a:ea typeface="Tahoma" panose="020B060403050404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nhập</a:t>
            </a:r>
            <a:r>
              <a:rPr lang="en-US" sz="2000" dirty="0">
                <a:solidFill>
                  <a:sysClr val="windowText" lastClr="000000"/>
                </a:solidFill>
                <a:latin typeface="Arial" panose="020B0604020202020204" pitchFamily="34" charset="0"/>
                <a:ea typeface="Tahoma" panose="020B060403050404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 </a:t>
            </a:r>
            <a:r>
              <a:rPr lang="en-US" sz="2000" dirty="0" err="1">
                <a:solidFill>
                  <a:sysClr val="windowText" lastClr="000000"/>
                </a:solidFill>
                <a:latin typeface="Arial" panose="020B0604020202020204" pitchFamily="34" charset="0"/>
                <a:ea typeface="Tahoma" panose="020B060403050404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liệu</a:t>
            </a:r>
            <a:endParaRPr lang="en-US" sz="2000" dirty="0">
              <a:solidFill>
                <a:sysClr val="windowText" lastClr="000000"/>
              </a:solidFill>
              <a:latin typeface="Arial" panose="020B0604020202020204" pitchFamily="34" charset="0"/>
              <a:ea typeface="Tahoma" panose="020B0604030504040204" pitchFamily="34" charset="0"/>
              <a:cs typeface="Arial" panose="020B0604020202020204" pitchFamily="34" charset="0"/>
            </a:endParaRPr>
          </a:p>
          <a:p>
            <a:pPr marL="571500" indent="-571500">
              <a:spcBef>
                <a:spcPts val="1800"/>
              </a:spcBef>
              <a:buFont typeface="Wingdings" panose="05000000000000000000" pitchFamily="2" charset="2"/>
              <a:buChar char="§"/>
              <a:tabLst>
                <a:tab pos="6988175" algn="l"/>
              </a:tabLst>
            </a:pP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Bài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2.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Hãy</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chọn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phần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mềm</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mà</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các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anh</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chị</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quen</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thuộc</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để</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tạo</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form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của</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phiếu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nhập</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liệu</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ở </a:t>
            </a:r>
            <a:r>
              <a:rPr lang="en-US" sz="2000" dirty="0" err="1">
                <a:solidFill>
                  <a:srgbClr val="153F4A"/>
                </a:solidFill>
                <a:latin typeface="Arial" panose="020B0604020202020204" pitchFamily="34" charset="0"/>
                <a:ea typeface="Tahoma" panose="020B0604030504040204" pitchFamily="34" charset="0"/>
                <a:cs typeface="Arial" panose="020B0604020202020204" pitchFamily="34" charset="0"/>
              </a:rPr>
              <a:t>bài</a:t>
            </a:r>
            <a:r>
              <a:rPr lang="en-US" sz="2000" dirty="0">
                <a:solidFill>
                  <a:srgbClr val="153F4A"/>
                </a:solidFill>
                <a:latin typeface="Arial" panose="020B0604020202020204" pitchFamily="34" charset="0"/>
                <a:ea typeface="Tahoma" panose="020B0604030504040204" pitchFamily="34" charset="0"/>
                <a:cs typeface="Arial" panose="020B0604020202020204" pitchFamily="34" charset="0"/>
              </a:rPr>
              <a:t> 1</a:t>
            </a:r>
          </a:p>
        </p:txBody>
      </p:sp>
    </p:spTree>
    <p:extLst>
      <p:ext uri="{BB962C8B-B14F-4D97-AF65-F5344CB8AC3E}">
        <p14:creationId xmlns:p14="http://schemas.microsoft.com/office/powerpoint/2010/main" val="1548792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593C55-C3BB-8E59-797A-89A6767C65DB}"/>
              </a:ext>
            </a:extLst>
          </p:cNvPr>
          <p:cNvSpPr/>
          <p:nvPr/>
        </p:nvSpPr>
        <p:spPr>
          <a:xfrm>
            <a:off x="0" y="0"/>
            <a:ext cx="12191999" cy="685799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5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CÁM ƠN SỰ LẮNG NGHE</a:t>
            </a:r>
          </a:p>
          <a:p>
            <a:pPr algn="ctr"/>
            <a:r>
              <a:rPr lang="en-US" sz="54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CỦA QUÝ ANH/CHỊ</a:t>
            </a:r>
          </a:p>
        </p:txBody>
      </p:sp>
    </p:spTree>
    <p:extLst>
      <p:ext uri="{BB962C8B-B14F-4D97-AF65-F5344CB8AC3E}">
        <p14:creationId xmlns:p14="http://schemas.microsoft.com/office/powerpoint/2010/main" val="342750469"/>
      </p:ext>
    </p:extLst>
  </p:cSld>
  <p:clrMapOvr>
    <a:masterClrMapping/>
  </p:clrMapOvr>
</p:sld>
</file>

<file path=ppt/theme/theme1.xml><?xml version="1.0" encoding="utf-8"?>
<a:theme xmlns:a="http://schemas.openxmlformats.org/drawingml/2006/main" name="Cover and End Slide Master">
  <a:themeElements>
    <a:clrScheme name="2019-Medical">
      <a:dk1>
        <a:sysClr val="windowText" lastClr="000000"/>
      </a:dk1>
      <a:lt1>
        <a:sysClr val="window" lastClr="FFFFFF"/>
      </a:lt1>
      <a:dk2>
        <a:srgbClr val="44546A"/>
      </a:dk2>
      <a:lt2>
        <a:srgbClr val="E7E6E6"/>
      </a:lt2>
      <a:accent1>
        <a:srgbClr val="60BED4"/>
      </a:accent1>
      <a:accent2>
        <a:srgbClr val="8EDADA"/>
      </a:accent2>
      <a:accent3>
        <a:srgbClr val="AAAAAA"/>
      </a:accent3>
      <a:accent4>
        <a:srgbClr val="D4D4D4"/>
      </a:accent4>
      <a:accent5>
        <a:srgbClr val="60BED4"/>
      </a:accent5>
      <a:accent6>
        <a:srgbClr val="8EDADA"/>
      </a:accent6>
      <a:hlink>
        <a:srgbClr val="FFFFFF"/>
      </a:hlink>
      <a:folHlink>
        <a:srgbClr val="FFFFF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Chủ đề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ủ đề4" id="{0F253BDF-0919-4EA8-80BA-2DBECCB8621F}" vid="{E586C9E7-BD0F-4ED3-BAC8-D41F15F03D80}"/>
    </a:ext>
  </a:extLst>
</a:theme>
</file>

<file path=ppt/theme/theme5.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59E1DD0-4807-4B13-BAFB-A2C38ABB6AD1}" vid="{802BDB72-8ADB-4721-9F4D-31BBAD3E79D7}"/>
    </a:ext>
  </a:extLst>
</a:theme>
</file>

<file path=ppt/theme/theme6.xml><?xml version="1.0" encoding="utf-8"?>
<a:theme xmlns:a="http://schemas.openxmlformats.org/drawingml/2006/main" name="2_Chủ đề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ủ đề4" id="{0F253BDF-0919-4EA8-80BA-2DBECCB8621F}" vid="{E586C9E7-BD0F-4ED3-BAC8-D41F15F03D8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33454</TotalTime>
  <Words>1178</Words>
  <Application>Microsoft Office PowerPoint</Application>
  <PresentationFormat>Widescreen</PresentationFormat>
  <Paragraphs>132</Paragraphs>
  <Slides>18</Slides>
  <Notes>0</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18</vt:i4>
      </vt:variant>
    </vt:vector>
  </HeadingPairs>
  <TitlesOfParts>
    <vt:vector size="31" baseType="lpstr">
      <vt:lpstr>Aptos</vt:lpstr>
      <vt:lpstr>Aptos Display</vt:lpstr>
      <vt:lpstr>Arial</vt:lpstr>
      <vt:lpstr>Calibri</vt:lpstr>
      <vt:lpstr>Red Hat Text</vt:lpstr>
      <vt:lpstr>Roboto Light</vt:lpstr>
      <vt:lpstr>Wingdings</vt:lpstr>
      <vt:lpstr>Cover and End Slide Master</vt:lpstr>
      <vt:lpstr>3_Custom Design</vt:lpstr>
      <vt:lpstr>4_Custom Design</vt:lpstr>
      <vt:lpstr>1_Chủ đề4</vt:lpstr>
      <vt:lpstr>Theme1</vt:lpstr>
      <vt:lpstr>2_Chủ đề4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Dinh Vo</cp:lastModifiedBy>
  <cp:revision>577</cp:revision>
  <dcterms:created xsi:type="dcterms:W3CDTF">2018-04-24T17:14:44Z</dcterms:created>
  <dcterms:modified xsi:type="dcterms:W3CDTF">2026-01-05T06:20:03Z</dcterms:modified>
</cp:coreProperties>
</file>